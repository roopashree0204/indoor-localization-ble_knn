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8" r:id="rId2"/>
  </p:sldIdLst>
  <p:sldSz cx="21396325" cy="15087600"/>
  <p:notesSz cx="9601200" cy="7315200"/>
  <p:defaultTextStyle>
    <a:defPPr>
      <a:defRPr lang="en-US"/>
    </a:defPPr>
    <a:lvl1pPr algn="l" defTabSz="2076450" rtl="0" fontAlgn="base">
      <a:spcBef>
        <a:spcPct val="0"/>
      </a:spcBef>
      <a:spcAft>
        <a:spcPct val="0"/>
      </a:spcAft>
      <a:defRPr sz="4100" kern="1200">
        <a:solidFill>
          <a:schemeClr val="tx1"/>
        </a:solidFill>
        <a:latin typeface="Arial" panose="020B0604020202020204" pitchFamily="34" charset="0"/>
        <a:ea typeface="+mn-ea"/>
        <a:cs typeface="+mn-cs"/>
      </a:defRPr>
    </a:lvl1pPr>
    <a:lvl2pPr marL="1038225" indent="-581025" algn="l" defTabSz="2076450" rtl="0" fontAlgn="base">
      <a:spcBef>
        <a:spcPct val="0"/>
      </a:spcBef>
      <a:spcAft>
        <a:spcPct val="0"/>
      </a:spcAft>
      <a:defRPr sz="4100" kern="1200">
        <a:solidFill>
          <a:schemeClr val="tx1"/>
        </a:solidFill>
        <a:latin typeface="Arial" panose="020B0604020202020204" pitchFamily="34" charset="0"/>
        <a:ea typeface="+mn-ea"/>
        <a:cs typeface="+mn-cs"/>
      </a:defRPr>
    </a:lvl2pPr>
    <a:lvl3pPr marL="2076450" indent="-1162050" algn="l" defTabSz="2076450" rtl="0" fontAlgn="base">
      <a:spcBef>
        <a:spcPct val="0"/>
      </a:spcBef>
      <a:spcAft>
        <a:spcPct val="0"/>
      </a:spcAft>
      <a:defRPr sz="4100" kern="1200">
        <a:solidFill>
          <a:schemeClr val="tx1"/>
        </a:solidFill>
        <a:latin typeface="Arial" panose="020B0604020202020204" pitchFamily="34" charset="0"/>
        <a:ea typeface="+mn-ea"/>
        <a:cs typeface="+mn-cs"/>
      </a:defRPr>
    </a:lvl3pPr>
    <a:lvl4pPr marL="3116580" indent="-1744980" algn="l" defTabSz="2076450" rtl="0" fontAlgn="base">
      <a:spcBef>
        <a:spcPct val="0"/>
      </a:spcBef>
      <a:spcAft>
        <a:spcPct val="0"/>
      </a:spcAft>
      <a:defRPr sz="4100" kern="1200">
        <a:solidFill>
          <a:schemeClr val="tx1"/>
        </a:solidFill>
        <a:latin typeface="Arial" panose="020B0604020202020204" pitchFamily="34" charset="0"/>
        <a:ea typeface="+mn-ea"/>
        <a:cs typeface="+mn-cs"/>
      </a:defRPr>
    </a:lvl4pPr>
    <a:lvl5pPr marL="4154805" indent="-2326005" algn="l" defTabSz="2076450" rtl="0" fontAlgn="base">
      <a:spcBef>
        <a:spcPct val="0"/>
      </a:spcBef>
      <a:spcAft>
        <a:spcPct val="0"/>
      </a:spcAft>
      <a:defRPr sz="4100" kern="1200">
        <a:solidFill>
          <a:schemeClr val="tx1"/>
        </a:solidFill>
        <a:latin typeface="Arial" panose="020B0604020202020204" pitchFamily="34" charset="0"/>
        <a:ea typeface="+mn-ea"/>
        <a:cs typeface="+mn-cs"/>
      </a:defRPr>
    </a:lvl5pPr>
    <a:lvl6pPr marL="2286000" algn="l" defTabSz="914400" rtl="0" eaLnBrk="1" latinLnBrk="0" hangingPunct="1">
      <a:defRPr sz="4100" kern="1200">
        <a:solidFill>
          <a:schemeClr val="tx1"/>
        </a:solidFill>
        <a:latin typeface="Arial" panose="020B0604020202020204" pitchFamily="34" charset="0"/>
        <a:ea typeface="+mn-ea"/>
        <a:cs typeface="+mn-cs"/>
      </a:defRPr>
    </a:lvl6pPr>
    <a:lvl7pPr marL="2743200" algn="l" defTabSz="914400" rtl="0" eaLnBrk="1" latinLnBrk="0" hangingPunct="1">
      <a:defRPr sz="4100" kern="1200">
        <a:solidFill>
          <a:schemeClr val="tx1"/>
        </a:solidFill>
        <a:latin typeface="Arial" panose="020B0604020202020204" pitchFamily="34" charset="0"/>
        <a:ea typeface="+mn-ea"/>
        <a:cs typeface="+mn-cs"/>
      </a:defRPr>
    </a:lvl7pPr>
    <a:lvl8pPr marL="3200400" algn="l" defTabSz="914400" rtl="0" eaLnBrk="1" latinLnBrk="0" hangingPunct="1">
      <a:defRPr sz="4100" kern="1200">
        <a:solidFill>
          <a:schemeClr val="tx1"/>
        </a:solidFill>
        <a:latin typeface="Arial" panose="020B0604020202020204" pitchFamily="34" charset="0"/>
        <a:ea typeface="+mn-ea"/>
        <a:cs typeface="+mn-cs"/>
      </a:defRPr>
    </a:lvl8pPr>
    <a:lvl9pPr marL="3657600" algn="l" defTabSz="914400" rtl="0" eaLnBrk="1" latinLnBrk="0" hangingPunct="1">
      <a:defRPr sz="4100" kern="1200">
        <a:solidFill>
          <a:schemeClr val="tx1"/>
        </a:solidFill>
        <a:latin typeface="Arial" panose="020B0604020202020204" pitchFamily="34" charset="0"/>
        <a:ea typeface="+mn-ea"/>
        <a:cs typeface="+mn-cs"/>
      </a:defRPr>
    </a:lvl9pPr>
  </p:defaultTextStyle>
  <p:extLst>
    <p:ext uri="{521415D9-36F7-43E2-AB2F-B90AF26B5E84}">
      <p14:sectionLst xmlns:p14="http://schemas.microsoft.com/office/powerpoint/2010/main">
        <p14:section name="Untitled Section" id="{C393DBFC-EDE1-422D-B2FA-1B72889C74F3}">
          <p14:sldIdLst>
            <p14:sldId id="258"/>
          </p14:sldIdLst>
        </p14:section>
      </p14:sectionLst>
    </p:ext>
    <p:ext uri="{EFAFB233-063F-42B5-8137-9DF3F51BA10A}">
      <p15:sldGuideLst xmlns:p15="http://schemas.microsoft.com/office/powerpoint/2012/main">
        <p15:guide id="1" orient="horz" pos="4765" userDrawn="1">
          <p15:clr>
            <a:srgbClr val="A4A3A4"/>
          </p15:clr>
        </p15:guide>
        <p15:guide id="2" pos="67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B97FF4-BC77-39E9-F8B0-6934564E0AE9}" v="23" dt="2026-06-10T09:02:24.314"/>
    <p1510:client id="{454FAE2C-003C-B240-953B-FCB8D118F073}" v="15" dt="2026-06-10T08:58:42.462"/>
    <p1510:client id="{B9326693-428A-4AD3-A903-E2612C426B0A}" v="204" dt="2026-06-10T09:05:49.810"/>
    <p1510:client id="{BC3588FC-D867-E53C-50F1-50E01B4957A4}" v="6" dt="2026-06-10T09:06:26.612"/>
    <p1510:client id="{DC4834E5-F780-1231-D115-6B585E4689E3}" v="270" dt="2026-06-10T09:07:26.0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4765"/>
        <p:guide pos="6739"/>
      </p:guideLst>
    </p:cSldViewPr>
  </p:slide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6661" tIns="48331" rIns="96661" bIns="48331" rtlCol="0"/>
          <a:lstStyle>
            <a:lvl1pPr algn="l">
              <a:defRPr sz="1300"/>
            </a:lvl1pPr>
          </a:lstStyle>
          <a:p>
            <a:pPr>
              <a:defRPr/>
            </a:pPr>
            <a:endParaRPr lang="en-US"/>
          </a:p>
        </p:txBody>
      </p:sp>
      <p:sp>
        <p:nvSpPr>
          <p:cNvPr id="3" name="Date Placeholder 2"/>
          <p:cNvSpPr>
            <a:spLocks noGrp="1"/>
          </p:cNvSpPr>
          <p:nvPr>
            <p:ph type="dt" idx="1"/>
          </p:nvPr>
        </p:nvSpPr>
        <p:spPr>
          <a:xfrm>
            <a:off x="5439014" y="0"/>
            <a:ext cx="4160520" cy="365760"/>
          </a:xfrm>
          <a:prstGeom prst="rect">
            <a:avLst/>
          </a:prstGeom>
        </p:spPr>
        <p:txBody>
          <a:bodyPr vert="horz" lIns="96661" tIns="48331" rIns="96661" bIns="48331" rtlCol="0"/>
          <a:lstStyle>
            <a:lvl1pPr algn="r">
              <a:defRPr sz="1300"/>
            </a:lvl1pPr>
          </a:lstStyle>
          <a:p>
            <a:pPr>
              <a:defRPr/>
            </a:pPr>
            <a:fld id="{8DA7D3DA-D4CF-4054-A710-8575792C48DD}" type="datetimeFigureOut">
              <a:rPr lang="en-US"/>
              <a:pPr>
                <a:defRPr/>
              </a:pPr>
              <a:t>6/10/2026</a:t>
            </a:fld>
            <a:endParaRPr lang="en-US"/>
          </a:p>
        </p:txBody>
      </p:sp>
      <p:sp>
        <p:nvSpPr>
          <p:cNvPr id="4" name="Slide Image Placeholder 3"/>
          <p:cNvSpPr>
            <a:spLocks noGrp="1" noRot="1" noChangeAspect="1"/>
          </p:cNvSpPr>
          <p:nvPr>
            <p:ph type="sldImg" idx="2"/>
          </p:nvPr>
        </p:nvSpPr>
        <p:spPr>
          <a:xfrm>
            <a:off x="2855913" y="549275"/>
            <a:ext cx="3889375" cy="2743200"/>
          </a:xfrm>
          <a:prstGeom prst="rect">
            <a:avLst/>
          </a:prstGeom>
          <a:noFill/>
          <a:ln w="12700">
            <a:solidFill>
              <a:prstClr val="black"/>
            </a:solidFill>
          </a:ln>
        </p:spPr>
        <p:txBody>
          <a:bodyPr vert="horz" lIns="96661" tIns="48331" rIns="96661" bIns="48331" rtlCol="0" anchor="ctr"/>
          <a:lstStyle/>
          <a:p>
            <a:pPr lvl="0"/>
            <a:endParaRPr lang="en-US" noProof="0"/>
          </a:p>
        </p:txBody>
      </p:sp>
      <p:sp>
        <p:nvSpPr>
          <p:cNvPr id="5" name="Notes Placeholder 4"/>
          <p:cNvSpPr>
            <a:spLocks noGrp="1"/>
          </p:cNvSpPr>
          <p:nvPr>
            <p:ph type="body" sz="quarter" idx="3"/>
          </p:nvPr>
        </p:nvSpPr>
        <p:spPr>
          <a:xfrm>
            <a:off x="960120" y="3474720"/>
            <a:ext cx="7680960" cy="3291840"/>
          </a:xfrm>
          <a:prstGeom prst="rect">
            <a:avLst/>
          </a:prstGeom>
        </p:spPr>
        <p:txBody>
          <a:bodyPr vert="horz" lIns="96661" tIns="48331" rIns="96661" bIns="483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947747"/>
            <a:ext cx="4160520" cy="365760"/>
          </a:xfrm>
          <a:prstGeom prst="rect">
            <a:avLst/>
          </a:prstGeom>
        </p:spPr>
        <p:txBody>
          <a:bodyPr vert="horz" lIns="96661" tIns="48331" rIns="96661" bIns="48331" rtlCol="0" anchor="b"/>
          <a:lstStyle>
            <a:lvl1pPr algn="l">
              <a:defRPr sz="1300"/>
            </a:lvl1pPr>
          </a:lstStyle>
          <a:p>
            <a:pPr>
              <a:defRPr/>
            </a:pPr>
            <a:endParaRPr lang="en-US"/>
          </a:p>
        </p:txBody>
      </p:sp>
      <p:sp>
        <p:nvSpPr>
          <p:cNvPr id="7" name="Slide Number Placeholder 6"/>
          <p:cNvSpPr>
            <a:spLocks noGrp="1"/>
          </p:cNvSpPr>
          <p:nvPr>
            <p:ph type="sldNum" sz="quarter" idx="5"/>
          </p:nvPr>
        </p:nvSpPr>
        <p:spPr>
          <a:xfrm>
            <a:off x="5439014" y="6947747"/>
            <a:ext cx="4160520" cy="365760"/>
          </a:xfrm>
          <a:prstGeom prst="rect">
            <a:avLst/>
          </a:prstGeom>
        </p:spPr>
        <p:txBody>
          <a:bodyPr vert="horz" lIns="96661" tIns="48331" rIns="96661" bIns="48331" rtlCol="0" anchor="b"/>
          <a:lstStyle>
            <a:lvl1pPr algn="r">
              <a:defRPr sz="1300"/>
            </a:lvl1pPr>
          </a:lstStyle>
          <a:p>
            <a:pPr>
              <a:defRPr/>
            </a:pPr>
            <a:fld id="{095823FB-3E7A-4815-914B-4B33629D59C3}"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p:cNvSpPr>
            <a:spLocks noGrp="1" noRot="1" noChangeAspect="1" noTextEdit="1"/>
          </p:cNvSpPr>
          <p:nvPr>
            <p:ph type="sldImg"/>
          </p:nvPr>
        </p:nvSpPr>
        <p:spPr bwMode="auto">
          <a:xfrm>
            <a:off x="2855913" y="549275"/>
            <a:ext cx="3889375" cy="2743200"/>
          </a:xfrm>
          <a:noFill/>
          <a:ln>
            <a:solidFill>
              <a:srgbClr val="000000"/>
            </a:solidFill>
            <a:miter lim="800000"/>
          </a:ln>
        </p:spPr>
      </p:sp>
      <p:sp>
        <p:nvSpPr>
          <p:cNvPr id="4099"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US" b="1"/>
          </a:p>
        </p:txBody>
      </p:sp>
      <p:sp>
        <p:nvSpPr>
          <p:cNvPr id="4100" name="Slide Number Placeholder 3"/>
          <p:cNvSpPr>
            <a:spLocks noGrp="1"/>
          </p:cNvSpPr>
          <p:nvPr>
            <p:ph type="sldNum" sz="quarter" idx="5"/>
          </p:nvPr>
        </p:nvSpPr>
        <p:spPr bwMode="auto">
          <a:noFill/>
          <a:ln>
            <a:miter lim="800000"/>
          </a:ln>
        </p:spPr>
        <p:txBody>
          <a:bodyPr wrap="square" numCol="1" anchorCtr="0" compatLnSpc="1"/>
          <a:lstStyle/>
          <a:p>
            <a:fld id="{E7FB7E0C-4FEA-4D01-9D63-D6E98DE38827}"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4724" y="4686937"/>
            <a:ext cx="18186877" cy="3234055"/>
          </a:xfrm>
        </p:spPr>
        <p:txBody>
          <a:bodyPr/>
          <a:lstStyle/>
          <a:p>
            <a:r>
              <a:rPr lang="en-US"/>
              <a:t>Click to edit Master title style</a:t>
            </a:r>
          </a:p>
        </p:txBody>
      </p:sp>
      <p:sp>
        <p:nvSpPr>
          <p:cNvPr id="3" name="Subtitle 2"/>
          <p:cNvSpPr>
            <a:spLocks noGrp="1"/>
          </p:cNvSpPr>
          <p:nvPr>
            <p:ph type="subTitle" idx="1"/>
          </p:nvPr>
        </p:nvSpPr>
        <p:spPr>
          <a:xfrm>
            <a:off x="3209450" y="8549641"/>
            <a:ext cx="14977428" cy="3855720"/>
          </a:xfrm>
        </p:spPr>
        <p:txBody>
          <a:bodyPr/>
          <a:lstStyle>
            <a:lvl1pPr marL="0" indent="0" algn="ctr">
              <a:buNone/>
              <a:defRPr>
                <a:solidFill>
                  <a:schemeClr val="tx1">
                    <a:tint val="75000"/>
                  </a:schemeClr>
                </a:solidFill>
              </a:defRPr>
            </a:lvl1pPr>
            <a:lvl2pPr marL="1038860" indent="0" algn="ctr">
              <a:buNone/>
              <a:defRPr>
                <a:solidFill>
                  <a:schemeClr val="tx1">
                    <a:tint val="75000"/>
                  </a:schemeClr>
                </a:solidFill>
              </a:defRPr>
            </a:lvl2pPr>
            <a:lvl3pPr marL="2077720" indent="0" algn="ctr">
              <a:buNone/>
              <a:defRPr>
                <a:solidFill>
                  <a:schemeClr val="tx1">
                    <a:tint val="75000"/>
                  </a:schemeClr>
                </a:solidFill>
              </a:defRPr>
            </a:lvl3pPr>
            <a:lvl4pPr marL="3116580" indent="0" algn="ctr">
              <a:buNone/>
              <a:defRPr>
                <a:solidFill>
                  <a:schemeClr val="tx1">
                    <a:tint val="75000"/>
                  </a:schemeClr>
                </a:solidFill>
              </a:defRPr>
            </a:lvl4pPr>
            <a:lvl5pPr marL="4156075" indent="0" algn="ctr">
              <a:buNone/>
              <a:defRPr>
                <a:solidFill>
                  <a:schemeClr val="tx1">
                    <a:tint val="75000"/>
                  </a:schemeClr>
                </a:solidFill>
              </a:defRPr>
            </a:lvl5pPr>
            <a:lvl6pPr marL="5194935" indent="0" algn="ctr">
              <a:buNone/>
              <a:defRPr>
                <a:solidFill>
                  <a:schemeClr val="tx1">
                    <a:tint val="75000"/>
                  </a:schemeClr>
                </a:solidFill>
              </a:defRPr>
            </a:lvl6pPr>
            <a:lvl7pPr marL="6233795" indent="0" algn="ctr">
              <a:buNone/>
              <a:defRPr>
                <a:solidFill>
                  <a:schemeClr val="tx1">
                    <a:tint val="75000"/>
                  </a:schemeClr>
                </a:solidFill>
              </a:defRPr>
            </a:lvl7pPr>
            <a:lvl8pPr marL="7272655" indent="0" algn="ctr">
              <a:buNone/>
              <a:defRPr>
                <a:solidFill>
                  <a:schemeClr val="tx1">
                    <a:tint val="75000"/>
                  </a:schemeClr>
                </a:solidFill>
              </a:defRPr>
            </a:lvl8pPr>
            <a:lvl9pPr marL="8311515"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24F5460F-96E0-41BC-BFD5-E159634B3175}" type="datetimeFigureOut">
              <a:rPr lang="en-US"/>
              <a:pPr>
                <a:defRPr/>
              </a:pPr>
              <a:t>6/10/2026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4BB3AD0-5DBC-48D5-BDCD-360487953A4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641E83C-3328-47B5-8F6E-AC2DD1A4855E}" type="datetimeFigureOut">
              <a:rPr lang="en-US"/>
              <a:pPr>
                <a:defRPr/>
              </a:pPr>
              <a:t>6/10/2026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E179CA9-CAEE-4BB7-8EFC-60BB3D80FEA2}"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90162" y="9695182"/>
            <a:ext cx="18186877" cy="2996565"/>
          </a:xfrm>
        </p:spPr>
        <p:txBody>
          <a:bodyPr anchor="t"/>
          <a:lstStyle>
            <a:lvl1pPr algn="l">
              <a:defRPr sz="9100" b="1" cap="all"/>
            </a:lvl1pPr>
          </a:lstStyle>
          <a:p>
            <a:r>
              <a:rPr lang="en-US"/>
              <a:t>Click to edit Master title style</a:t>
            </a:r>
          </a:p>
        </p:txBody>
      </p:sp>
      <p:sp>
        <p:nvSpPr>
          <p:cNvPr id="3" name="Text Placeholder 2"/>
          <p:cNvSpPr>
            <a:spLocks noGrp="1"/>
          </p:cNvSpPr>
          <p:nvPr>
            <p:ph type="body" idx="1"/>
          </p:nvPr>
        </p:nvSpPr>
        <p:spPr>
          <a:xfrm>
            <a:off x="1690162" y="6394771"/>
            <a:ext cx="18186877" cy="3300411"/>
          </a:xfrm>
        </p:spPr>
        <p:txBody>
          <a:bodyPr anchor="b"/>
          <a:lstStyle>
            <a:lvl1pPr marL="0" indent="0">
              <a:buNone/>
              <a:defRPr sz="4500">
                <a:solidFill>
                  <a:schemeClr val="tx1">
                    <a:tint val="75000"/>
                  </a:schemeClr>
                </a:solidFill>
              </a:defRPr>
            </a:lvl1pPr>
            <a:lvl2pPr marL="1038860" indent="0">
              <a:buNone/>
              <a:defRPr sz="4100">
                <a:solidFill>
                  <a:schemeClr val="tx1">
                    <a:tint val="75000"/>
                  </a:schemeClr>
                </a:solidFill>
              </a:defRPr>
            </a:lvl2pPr>
            <a:lvl3pPr marL="2077720" indent="0">
              <a:buNone/>
              <a:defRPr sz="3600">
                <a:solidFill>
                  <a:schemeClr val="tx1">
                    <a:tint val="75000"/>
                  </a:schemeClr>
                </a:solidFill>
              </a:defRPr>
            </a:lvl3pPr>
            <a:lvl4pPr marL="3116580" indent="0">
              <a:buNone/>
              <a:defRPr sz="3200">
                <a:solidFill>
                  <a:schemeClr val="tx1">
                    <a:tint val="75000"/>
                  </a:schemeClr>
                </a:solidFill>
              </a:defRPr>
            </a:lvl4pPr>
            <a:lvl5pPr marL="4156075" indent="0">
              <a:buNone/>
              <a:defRPr sz="3200">
                <a:solidFill>
                  <a:schemeClr val="tx1">
                    <a:tint val="75000"/>
                  </a:schemeClr>
                </a:solidFill>
              </a:defRPr>
            </a:lvl5pPr>
            <a:lvl6pPr marL="5194935" indent="0">
              <a:buNone/>
              <a:defRPr sz="3200">
                <a:solidFill>
                  <a:schemeClr val="tx1">
                    <a:tint val="75000"/>
                  </a:schemeClr>
                </a:solidFill>
              </a:defRPr>
            </a:lvl6pPr>
            <a:lvl7pPr marL="6233795" indent="0">
              <a:buNone/>
              <a:defRPr sz="3200">
                <a:solidFill>
                  <a:schemeClr val="tx1">
                    <a:tint val="75000"/>
                  </a:schemeClr>
                </a:solidFill>
              </a:defRPr>
            </a:lvl7pPr>
            <a:lvl8pPr marL="7272655" indent="0">
              <a:buNone/>
              <a:defRPr sz="3200">
                <a:solidFill>
                  <a:schemeClr val="tx1">
                    <a:tint val="75000"/>
                  </a:schemeClr>
                </a:solidFill>
              </a:defRPr>
            </a:lvl8pPr>
            <a:lvl9pPr marL="8311515" indent="0">
              <a:buNone/>
              <a:defRPr sz="3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A58BD1A3-08D1-4783-BE32-9483B8F2332C}" type="datetimeFigureOut">
              <a:rPr lang="en-US"/>
              <a:pPr>
                <a:defRPr/>
              </a:pPr>
              <a:t>6/10/2026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B4F12C6-BDBE-4921-B43C-0B64A03B68FB}"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540053" y="10903587"/>
            <a:ext cx="31663589" cy="30842269"/>
          </a:xfrm>
        </p:spPr>
        <p:txBody>
          <a:bodyPr/>
          <a:lstStyle>
            <a:lvl1pPr>
              <a:defRPr sz="6400"/>
            </a:lvl1pPr>
            <a:lvl2pPr>
              <a:defRPr sz="5400"/>
            </a:lvl2pPr>
            <a:lvl3pPr>
              <a:defRPr sz="4500"/>
            </a:lvl3pPr>
            <a:lvl4pPr>
              <a:defRPr sz="4100"/>
            </a:lvl4pPr>
            <a:lvl5pPr>
              <a:defRPr sz="4100"/>
            </a:lvl5pPr>
            <a:lvl6pPr>
              <a:defRPr sz="4100"/>
            </a:lvl6pPr>
            <a:lvl7pPr>
              <a:defRPr sz="4100"/>
            </a:lvl7pPr>
            <a:lvl8pPr>
              <a:defRPr sz="4100"/>
            </a:lvl8pPr>
            <a:lvl9pPr>
              <a:defRPr sz="4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5560250" y="10903587"/>
            <a:ext cx="31667303" cy="30842269"/>
          </a:xfrm>
        </p:spPr>
        <p:txBody>
          <a:bodyPr/>
          <a:lstStyle>
            <a:lvl1pPr>
              <a:defRPr sz="6400"/>
            </a:lvl1pPr>
            <a:lvl2pPr>
              <a:defRPr sz="5400"/>
            </a:lvl2pPr>
            <a:lvl3pPr>
              <a:defRPr sz="4500"/>
            </a:lvl3pPr>
            <a:lvl4pPr>
              <a:defRPr sz="4100"/>
            </a:lvl4pPr>
            <a:lvl5pPr>
              <a:defRPr sz="4100"/>
            </a:lvl5pPr>
            <a:lvl6pPr>
              <a:defRPr sz="4100"/>
            </a:lvl6pPr>
            <a:lvl7pPr>
              <a:defRPr sz="4100"/>
            </a:lvl7pPr>
            <a:lvl8pPr>
              <a:defRPr sz="4100"/>
            </a:lvl8pPr>
            <a:lvl9pPr>
              <a:defRPr sz="4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785FD71E-2DFD-4F23-A448-ACECB91B2C59}" type="datetimeFigureOut">
              <a:rPr lang="en-US"/>
              <a:pPr>
                <a:defRPr/>
              </a:pPr>
              <a:t>6/10/2026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5706F45-AC25-4817-AACF-54B8C6C580FA}"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69817" y="604204"/>
            <a:ext cx="19256692" cy="25146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069816" y="3377249"/>
            <a:ext cx="9453760" cy="1407476"/>
          </a:xfrm>
        </p:spPr>
        <p:txBody>
          <a:bodyPr anchor="b"/>
          <a:lstStyle>
            <a:lvl1pPr marL="0" indent="0">
              <a:buNone/>
              <a:defRPr sz="5400" b="1"/>
            </a:lvl1pPr>
            <a:lvl2pPr marL="1038860" indent="0">
              <a:buNone/>
              <a:defRPr sz="4500" b="1"/>
            </a:lvl2pPr>
            <a:lvl3pPr marL="2077720" indent="0">
              <a:buNone/>
              <a:defRPr sz="4100" b="1"/>
            </a:lvl3pPr>
            <a:lvl4pPr marL="3116580" indent="0">
              <a:buNone/>
              <a:defRPr sz="3600" b="1"/>
            </a:lvl4pPr>
            <a:lvl5pPr marL="4156075" indent="0">
              <a:buNone/>
              <a:defRPr sz="3600" b="1"/>
            </a:lvl5pPr>
            <a:lvl6pPr marL="5194935" indent="0">
              <a:buNone/>
              <a:defRPr sz="3600" b="1"/>
            </a:lvl6pPr>
            <a:lvl7pPr marL="6233795" indent="0">
              <a:buNone/>
              <a:defRPr sz="3600" b="1"/>
            </a:lvl7pPr>
            <a:lvl8pPr marL="7272655" indent="0">
              <a:buNone/>
              <a:defRPr sz="3600" b="1"/>
            </a:lvl8pPr>
            <a:lvl9pPr marL="8311515" indent="0">
              <a:buNone/>
              <a:defRPr sz="3600" b="1"/>
            </a:lvl9pPr>
          </a:lstStyle>
          <a:p>
            <a:pPr lvl="0"/>
            <a:r>
              <a:rPr lang="en-US"/>
              <a:t>Click to edit Master text styles</a:t>
            </a:r>
          </a:p>
        </p:txBody>
      </p:sp>
      <p:sp>
        <p:nvSpPr>
          <p:cNvPr id="4" name="Content Placeholder 3"/>
          <p:cNvSpPr>
            <a:spLocks noGrp="1"/>
          </p:cNvSpPr>
          <p:nvPr>
            <p:ph sz="half" idx="2"/>
          </p:nvPr>
        </p:nvSpPr>
        <p:spPr>
          <a:xfrm>
            <a:off x="1069816" y="4784725"/>
            <a:ext cx="9453760" cy="8692834"/>
          </a:xfrm>
        </p:spPr>
        <p:txBody>
          <a:bodyPr/>
          <a:lstStyle>
            <a:lvl1pPr>
              <a:defRPr sz="5400"/>
            </a:lvl1pPr>
            <a:lvl2pPr>
              <a:defRPr sz="4500"/>
            </a:lvl2pPr>
            <a:lvl3pPr>
              <a:defRPr sz="4100"/>
            </a:lvl3pPr>
            <a:lvl4pPr>
              <a:defRPr sz="3600"/>
            </a:lvl4pPr>
            <a:lvl5pPr>
              <a:defRPr sz="36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0869038" y="3377249"/>
            <a:ext cx="9457473" cy="1407476"/>
          </a:xfrm>
        </p:spPr>
        <p:txBody>
          <a:bodyPr anchor="b"/>
          <a:lstStyle>
            <a:lvl1pPr marL="0" indent="0">
              <a:buNone/>
              <a:defRPr sz="5400" b="1"/>
            </a:lvl1pPr>
            <a:lvl2pPr marL="1038860" indent="0">
              <a:buNone/>
              <a:defRPr sz="4500" b="1"/>
            </a:lvl2pPr>
            <a:lvl3pPr marL="2077720" indent="0">
              <a:buNone/>
              <a:defRPr sz="4100" b="1"/>
            </a:lvl3pPr>
            <a:lvl4pPr marL="3116580" indent="0">
              <a:buNone/>
              <a:defRPr sz="3600" b="1"/>
            </a:lvl4pPr>
            <a:lvl5pPr marL="4156075" indent="0">
              <a:buNone/>
              <a:defRPr sz="3600" b="1"/>
            </a:lvl5pPr>
            <a:lvl6pPr marL="5194935" indent="0">
              <a:buNone/>
              <a:defRPr sz="3600" b="1"/>
            </a:lvl6pPr>
            <a:lvl7pPr marL="6233795" indent="0">
              <a:buNone/>
              <a:defRPr sz="3600" b="1"/>
            </a:lvl7pPr>
            <a:lvl8pPr marL="7272655" indent="0">
              <a:buNone/>
              <a:defRPr sz="3600" b="1"/>
            </a:lvl8pPr>
            <a:lvl9pPr marL="8311515" indent="0">
              <a:buNone/>
              <a:defRPr sz="3600" b="1"/>
            </a:lvl9pPr>
          </a:lstStyle>
          <a:p>
            <a:pPr lvl="0"/>
            <a:r>
              <a:rPr lang="en-US"/>
              <a:t>Click to edit Master text styles</a:t>
            </a:r>
          </a:p>
        </p:txBody>
      </p:sp>
      <p:sp>
        <p:nvSpPr>
          <p:cNvPr id="6" name="Content Placeholder 5"/>
          <p:cNvSpPr>
            <a:spLocks noGrp="1"/>
          </p:cNvSpPr>
          <p:nvPr>
            <p:ph sz="quarter" idx="4"/>
          </p:nvPr>
        </p:nvSpPr>
        <p:spPr>
          <a:xfrm>
            <a:off x="10869038" y="4784725"/>
            <a:ext cx="9457473" cy="8692834"/>
          </a:xfrm>
        </p:spPr>
        <p:txBody>
          <a:bodyPr/>
          <a:lstStyle>
            <a:lvl1pPr>
              <a:defRPr sz="5400"/>
            </a:lvl1pPr>
            <a:lvl2pPr>
              <a:defRPr sz="4500"/>
            </a:lvl2pPr>
            <a:lvl3pPr>
              <a:defRPr sz="4100"/>
            </a:lvl3pPr>
            <a:lvl4pPr>
              <a:defRPr sz="3600"/>
            </a:lvl4pPr>
            <a:lvl5pPr>
              <a:defRPr sz="36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7CA1FB7C-CAD3-4979-BB8E-DDCF03472B9C}" type="datetimeFigureOut">
              <a:rPr lang="en-US"/>
              <a:pPr>
                <a:defRPr/>
              </a:pPr>
              <a:t>6/10/2026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531507D2-9CBF-494B-8A56-EF5DC47183D3}"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86FA2579-1276-4A74-87A1-6D0FE2FF372C}" type="datetimeFigureOut">
              <a:rPr lang="en-US"/>
              <a:pPr>
                <a:defRPr/>
              </a:pPr>
              <a:t>6/10/2026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3F546B4A-9340-49C8-807A-7783BD84082F}"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28E265A-1361-4AEA-8A14-E101C8394C8C}" type="datetimeFigureOut">
              <a:rPr lang="en-US"/>
              <a:pPr>
                <a:defRPr/>
              </a:pPr>
              <a:t>6/10/2026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7B84815A-3B0E-4997-A765-CDBFE7D75534}"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69818" y="600711"/>
            <a:ext cx="7039244" cy="2556510"/>
          </a:xfrm>
        </p:spPr>
        <p:txBody>
          <a:bodyPr anchor="b"/>
          <a:lstStyle>
            <a:lvl1pPr algn="l">
              <a:defRPr sz="4500" b="1"/>
            </a:lvl1pPr>
          </a:lstStyle>
          <a:p>
            <a:r>
              <a:rPr lang="en-US"/>
              <a:t>Click to edit Master title style</a:t>
            </a:r>
          </a:p>
        </p:txBody>
      </p:sp>
      <p:sp>
        <p:nvSpPr>
          <p:cNvPr id="3" name="Content Placeholder 2"/>
          <p:cNvSpPr>
            <a:spLocks noGrp="1"/>
          </p:cNvSpPr>
          <p:nvPr>
            <p:ph idx="1"/>
          </p:nvPr>
        </p:nvSpPr>
        <p:spPr>
          <a:xfrm>
            <a:off x="8365369" y="600712"/>
            <a:ext cx="11961140" cy="12876848"/>
          </a:xfrm>
        </p:spPr>
        <p:txBody>
          <a:bodyPr/>
          <a:lstStyle>
            <a:lvl1pPr>
              <a:defRPr sz="7300"/>
            </a:lvl1pPr>
            <a:lvl2pPr>
              <a:defRPr sz="6400"/>
            </a:lvl2pPr>
            <a:lvl3pPr>
              <a:defRPr sz="5400"/>
            </a:lvl3pPr>
            <a:lvl4pPr>
              <a:defRPr sz="4500"/>
            </a:lvl4pPr>
            <a:lvl5pPr>
              <a:defRPr sz="4500"/>
            </a:lvl5pPr>
            <a:lvl6pPr>
              <a:defRPr sz="4500"/>
            </a:lvl6pPr>
            <a:lvl7pPr>
              <a:defRPr sz="4500"/>
            </a:lvl7pPr>
            <a:lvl8pPr>
              <a:defRPr sz="4500"/>
            </a:lvl8pPr>
            <a:lvl9pPr>
              <a:defRPr sz="4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069818" y="3157222"/>
            <a:ext cx="7039244" cy="10320338"/>
          </a:xfrm>
        </p:spPr>
        <p:txBody>
          <a:bodyPr/>
          <a:lstStyle>
            <a:lvl1pPr marL="0" indent="0">
              <a:buNone/>
              <a:defRPr sz="3200"/>
            </a:lvl1pPr>
            <a:lvl2pPr marL="1038860" indent="0">
              <a:buNone/>
              <a:defRPr sz="2800"/>
            </a:lvl2pPr>
            <a:lvl3pPr marL="2077720" indent="0">
              <a:buNone/>
              <a:defRPr sz="2300"/>
            </a:lvl3pPr>
            <a:lvl4pPr marL="3116580" indent="0">
              <a:buNone/>
              <a:defRPr sz="2000"/>
            </a:lvl4pPr>
            <a:lvl5pPr marL="4156075" indent="0">
              <a:buNone/>
              <a:defRPr sz="2000"/>
            </a:lvl5pPr>
            <a:lvl6pPr marL="5194935" indent="0">
              <a:buNone/>
              <a:defRPr sz="2000"/>
            </a:lvl6pPr>
            <a:lvl7pPr marL="6233795" indent="0">
              <a:buNone/>
              <a:defRPr sz="2000"/>
            </a:lvl7pPr>
            <a:lvl8pPr marL="7272655" indent="0">
              <a:buNone/>
              <a:defRPr sz="2000"/>
            </a:lvl8pPr>
            <a:lvl9pPr marL="8311515" indent="0">
              <a:buNone/>
              <a:defRPr sz="2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84F6368B-BFDC-4FD9-BB47-0294E095E7C7}" type="datetimeFigureOut">
              <a:rPr lang="en-US"/>
              <a:pPr>
                <a:defRPr/>
              </a:pPr>
              <a:t>6/10/2026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FEA0EB0D-B40A-4476-A042-007224BD9F0A}"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93830" y="10561319"/>
            <a:ext cx="12837795" cy="1246824"/>
          </a:xfrm>
        </p:spPr>
        <p:txBody>
          <a:bodyPr anchor="b"/>
          <a:lstStyle>
            <a:lvl1pPr algn="l">
              <a:defRPr sz="4500" b="1"/>
            </a:lvl1pPr>
          </a:lstStyle>
          <a:p>
            <a:r>
              <a:rPr lang="en-US"/>
              <a:t>Click to edit Master title style</a:t>
            </a:r>
          </a:p>
        </p:txBody>
      </p:sp>
      <p:sp>
        <p:nvSpPr>
          <p:cNvPr id="3" name="Picture Placeholder 2"/>
          <p:cNvSpPr>
            <a:spLocks noGrp="1"/>
          </p:cNvSpPr>
          <p:nvPr>
            <p:ph type="pic" idx="1"/>
          </p:nvPr>
        </p:nvSpPr>
        <p:spPr>
          <a:xfrm>
            <a:off x="4193830" y="1348106"/>
            <a:ext cx="12837795" cy="9052560"/>
          </a:xfrm>
        </p:spPr>
        <p:txBody>
          <a:bodyPr rtlCol="0">
            <a:normAutofit/>
          </a:bodyPr>
          <a:lstStyle>
            <a:lvl1pPr marL="0" indent="0">
              <a:buNone/>
              <a:defRPr sz="7300"/>
            </a:lvl1pPr>
            <a:lvl2pPr marL="1038860" indent="0">
              <a:buNone/>
              <a:defRPr sz="6400"/>
            </a:lvl2pPr>
            <a:lvl3pPr marL="2077720" indent="0">
              <a:buNone/>
              <a:defRPr sz="5400"/>
            </a:lvl3pPr>
            <a:lvl4pPr marL="3116580" indent="0">
              <a:buNone/>
              <a:defRPr sz="4500"/>
            </a:lvl4pPr>
            <a:lvl5pPr marL="4156075" indent="0">
              <a:buNone/>
              <a:defRPr sz="4500"/>
            </a:lvl5pPr>
            <a:lvl6pPr marL="5194935" indent="0">
              <a:buNone/>
              <a:defRPr sz="4500"/>
            </a:lvl6pPr>
            <a:lvl7pPr marL="6233795" indent="0">
              <a:buNone/>
              <a:defRPr sz="4500"/>
            </a:lvl7pPr>
            <a:lvl8pPr marL="7272655" indent="0">
              <a:buNone/>
              <a:defRPr sz="4500"/>
            </a:lvl8pPr>
            <a:lvl9pPr marL="8311515" indent="0">
              <a:buNone/>
              <a:defRPr sz="4500"/>
            </a:lvl9pPr>
          </a:lstStyle>
          <a:p>
            <a:pPr lvl="0"/>
            <a:endParaRPr lang="en-US" noProof="0"/>
          </a:p>
        </p:txBody>
      </p:sp>
      <p:sp>
        <p:nvSpPr>
          <p:cNvPr id="4" name="Text Placeholder 3"/>
          <p:cNvSpPr>
            <a:spLocks noGrp="1"/>
          </p:cNvSpPr>
          <p:nvPr>
            <p:ph type="body" sz="half" idx="2"/>
          </p:nvPr>
        </p:nvSpPr>
        <p:spPr>
          <a:xfrm>
            <a:off x="4193830" y="11808145"/>
            <a:ext cx="12837795" cy="1770696"/>
          </a:xfrm>
        </p:spPr>
        <p:txBody>
          <a:bodyPr/>
          <a:lstStyle>
            <a:lvl1pPr marL="0" indent="0">
              <a:buNone/>
              <a:defRPr sz="3200"/>
            </a:lvl1pPr>
            <a:lvl2pPr marL="1038860" indent="0">
              <a:buNone/>
              <a:defRPr sz="2800"/>
            </a:lvl2pPr>
            <a:lvl3pPr marL="2077720" indent="0">
              <a:buNone/>
              <a:defRPr sz="2300"/>
            </a:lvl3pPr>
            <a:lvl4pPr marL="3116580" indent="0">
              <a:buNone/>
              <a:defRPr sz="2000"/>
            </a:lvl4pPr>
            <a:lvl5pPr marL="4156075" indent="0">
              <a:buNone/>
              <a:defRPr sz="2000"/>
            </a:lvl5pPr>
            <a:lvl6pPr marL="5194935" indent="0">
              <a:buNone/>
              <a:defRPr sz="2000"/>
            </a:lvl6pPr>
            <a:lvl7pPr marL="6233795" indent="0">
              <a:buNone/>
              <a:defRPr sz="2000"/>
            </a:lvl7pPr>
            <a:lvl8pPr marL="7272655" indent="0">
              <a:buNone/>
              <a:defRPr sz="2000"/>
            </a:lvl8pPr>
            <a:lvl9pPr marL="8311515" indent="0">
              <a:buNone/>
              <a:defRPr sz="2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54B24F50-1CD8-4B77-BE20-CFD245A62816}" type="datetimeFigureOut">
              <a:rPr lang="en-US"/>
              <a:pPr>
                <a:defRPr/>
              </a:pPr>
              <a:t>6/10/2026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DD18976-4C8D-4EDB-A1D9-42BB65F6CA2F}"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6F35837-7092-45D4-8203-1DECF2FA5DEF}" type="datetimeFigureOut">
              <a:rPr lang="en-US"/>
              <a:pPr>
                <a:defRPr/>
              </a:pPr>
              <a:t>6/10/2026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64D52EC-F445-4909-BEE7-D61A89EDE60E}"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1306607" y="1871980"/>
            <a:ext cx="15920946" cy="3987387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540052" y="1871980"/>
            <a:ext cx="47409946" cy="3987387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F62A16A-F627-46B0-B05E-C9F55505C59C}" type="datetimeFigureOut">
              <a:rPr lang="en-US"/>
              <a:pPr>
                <a:defRPr/>
              </a:pPr>
              <a:t>6/10/2026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A913833-D753-453C-8296-ABA66C37EEE1}"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1069737" y="603441"/>
            <a:ext cx="19256851" cy="2515128"/>
          </a:xfrm>
          <a:prstGeom prst="rect">
            <a:avLst/>
          </a:prstGeom>
          <a:noFill/>
          <a:ln w="9525">
            <a:noFill/>
            <a:miter lim="800000"/>
          </a:ln>
        </p:spPr>
        <p:txBody>
          <a:bodyPr vert="horz" wrap="square" lIns="207793" tIns="103897" rIns="207793" bIns="103897" numCol="1" anchor="ctr" anchorCtr="0" compatLnSpc="1"/>
          <a:lstStyle/>
          <a:p>
            <a:pPr lvl="0"/>
            <a:r>
              <a:rPr lang="en-US"/>
              <a:t>Click to edit Master title style</a:t>
            </a:r>
          </a:p>
        </p:txBody>
      </p:sp>
      <p:sp>
        <p:nvSpPr>
          <p:cNvPr id="1027" name="Text Placeholder 2"/>
          <p:cNvSpPr>
            <a:spLocks noGrp="1"/>
          </p:cNvSpPr>
          <p:nvPr>
            <p:ph type="body" idx="1"/>
          </p:nvPr>
        </p:nvSpPr>
        <p:spPr bwMode="auto">
          <a:xfrm>
            <a:off x="1069737" y="3520863"/>
            <a:ext cx="19256851" cy="9955979"/>
          </a:xfrm>
          <a:prstGeom prst="rect">
            <a:avLst/>
          </a:prstGeom>
          <a:noFill/>
          <a:ln w="9525">
            <a:noFill/>
            <a:miter lim="800000"/>
          </a:ln>
        </p:spPr>
        <p:txBody>
          <a:bodyPr vert="horz" wrap="square" lIns="207793" tIns="103897" rIns="207793" bIns="103897"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69737" y="13983668"/>
            <a:ext cx="4992103" cy="803003"/>
          </a:xfrm>
          <a:prstGeom prst="rect">
            <a:avLst/>
          </a:prstGeom>
        </p:spPr>
        <p:txBody>
          <a:bodyPr vert="horz" lIns="207793" tIns="103897" rIns="207793" bIns="103897" rtlCol="0" anchor="ctr"/>
          <a:lstStyle>
            <a:lvl1pPr algn="l" defTabSz="2077720" fontAlgn="auto">
              <a:spcBef>
                <a:spcPts val="0"/>
              </a:spcBef>
              <a:spcAft>
                <a:spcPts val="0"/>
              </a:spcAft>
              <a:defRPr sz="2800">
                <a:solidFill>
                  <a:schemeClr val="tx1">
                    <a:tint val="75000"/>
                  </a:schemeClr>
                </a:solidFill>
                <a:latin typeface="+mn-lt"/>
              </a:defRPr>
            </a:lvl1pPr>
          </a:lstStyle>
          <a:p>
            <a:pPr>
              <a:defRPr/>
            </a:pPr>
            <a:fld id="{C3649540-97AF-4BB8-BF1D-44EE7EB337A9}" type="datetimeFigureOut">
              <a:rPr lang="en-US"/>
              <a:pPr>
                <a:defRPr/>
              </a:pPr>
              <a:t>6/10/2026</a:t>
            </a:fld>
            <a:endParaRPr lang="en-US"/>
          </a:p>
        </p:txBody>
      </p:sp>
      <p:sp>
        <p:nvSpPr>
          <p:cNvPr id="5" name="Footer Placeholder 4"/>
          <p:cNvSpPr>
            <a:spLocks noGrp="1"/>
          </p:cNvSpPr>
          <p:nvPr>
            <p:ph type="ftr" sz="quarter" idx="3"/>
          </p:nvPr>
        </p:nvSpPr>
        <p:spPr>
          <a:xfrm>
            <a:off x="7310664" y="13983668"/>
            <a:ext cx="6774997" cy="803003"/>
          </a:xfrm>
          <a:prstGeom prst="rect">
            <a:avLst/>
          </a:prstGeom>
        </p:spPr>
        <p:txBody>
          <a:bodyPr vert="horz" lIns="207793" tIns="103897" rIns="207793" bIns="103897" rtlCol="0" anchor="ctr"/>
          <a:lstStyle>
            <a:lvl1pPr algn="ctr" defTabSz="2077720" fontAlgn="auto">
              <a:spcBef>
                <a:spcPts val="0"/>
              </a:spcBef>
              <a:spcAft>
                <a:spcPts val="0"/>
              </a:spcAft>
              <a:defRPr sz="28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15334486" y="13983668"/>
            <a:ext cx="4992103" cy="803003"/>
          </a:xfrm>
          <a:prstGeom prst="rect">
            <a:avLst/>
          </a:prstGeom>
        </p:spPr>
        <p:txBody>
          <a:bodyPr vert="horz" lIns="207793" tIns="103897" rIns="207793" bIns="103897" rtlCol="0" anchor="ctr"/>
          <a:lstStyle>
            <a:lvl1pPr algn="r" defTabSz="2077720" fontAlgn="auto">
              <a:spcBef>
                <a:spcPts val="0"/>
              </a:spcBef>
              <a:spcAft>
                <a:spcPts val="0"/>
              </a:spcAft>
              <a:defRPr sz="2800">
                <a:solidFill>
                  <a:schemeClr val="tx1">
                    <a:tint val="75000"/>
                  </a:schemeClr>
                </a:solidFill>
                <a:latin typeface="+mn-lt"/>
              </a:defRPr>
            </a:lvl1pPr>
          </a:lstStyle>
          <a:p>
            <a:pPr>
              <a:defRPr/>
            </a:pPr>
            <a:fld id="{C8D161DD-CB27-4D32-93F1-1D522049FD1D}"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2076450" rtl="0" eaLnBrk="0" fontAlgn="base" hangingPunct="0">
        <a:spcBef>
          <a:spcPct val="0"/>
        </a:spcBef>
        <a:spcAft>
          <a:spcPct val="0"/>
        </a:spcAft>
        <a:defRPr sz="10000" kern="1200">
          <a:solidFill>
            <a:schemeClr val="tx1"/>
          </a:solidFill>
          <a:latin typeface="+mj-lt"/>
          <a:ea typeface="+mj-ea"/>
          <a:cs typeface="+mj-cs"/>
        </a:defRPr>
      </a:lvl1pPr>
      <a:lvl2pPr algn="ctr" defTabSz="2076450" rtl="0" eaLnBrk="0" fontAlgn="base" hangingPunct="0">
        <a:spcBef>
          <a:spcPct val="0"/>
        </a:spcBef>
        <a:spcAft>
          <a:spcPct val="0"/>
        </a:spcAft>
        <a:defRPr sz="10000">
          <a:solidFill>
            <a:schemeClr val="tx1"/>
          </a:solidFill>
          <a:latin typeface="Calibri" panose="020F0502020204030204" pitchFamily="34" charset="0"/>
        </a:defRPr>
      </a:lvl2pPr>
      <a:lvl3pPr algn="ctr" defTabSz="2076450" rtl="0" eaLnBrk="0" fontAlgn="base" hangingPunct="0">
        <a:spcBef>
          <a:spcPct val="0"/>
        </a:spcBef>
        <a:spcAft>
          <a:spcPct val="0"/>
        </a:spcAft>
        <a:defRPr sz="10000">
          <a:solidFill>
            <a:schemeClr val="tx1"/>
          </a:solidFill>
          <a:latin typeface="Calibri" panose="020F0502020204030204" pitchFamily="34" charset="0"/>
        </a:defRPr>
      </a:lvl3pPr>
      <a:lvl4pPr algn="ctr" defTabSz="2076450" rtl="0" eaLnBrk="0" fontAlgn="base" hangingPunct="0">
        <a:spcBef>
          <a:spcPct val="0"/>
        </a:spcBef>
        <a:spcAft>
          <a:spcPct val="0"/>
        </a:spcAft>
        <a:defRPr sz="10000">
          <a:solidFill>
            <a:schemeClr val="tx1"/>
          </a:solidFill>
          <a:latin typeface="Calibri" panose="020F0502020204030204" pitchFamily="34" charset="0"/>
        </a:defRPr>
      </a:lvl4pPr>
      <a:lvl5pPr algn="ctr" defTabSz="2076450" rtl="0" eaLnBrk="0" fontAlgn="base" hangingPunct="0">
        <a:spcBef>
          <a:spcPct val="0"/>
        </a:spcBef>
        <a:spcAft>
          <a:spcPct val="0"/>
        </a:spcAft>
        <a:defRPr sz="10000">
          <a:solidFill>
            <a:schemeClr val="tx1"/>
          </a:solidFill>
          <a:latin typeface="Calibri" panose="020F0502020204030204" pitchFamily="34" charset="0"/>
        </a:defRPr>
      </a:lvl5pPr>
      <a:lvl6pPr marL="457200" algn="ctr" defTabSz="2076450" rtl="0" fontAlgn="base">
        <a:spcBef>
          <a:spcPct val="0"/>
        </a:spcBef>
        <a:spcAft>
          <a:spcPct val="0"/>
        </a:spcAft>
        <a:defRPr sz="10000">
          <a:solidFill>
            <a:schemeClr val="tx1"/>
          </a:solidFill>
          <a:latin typeface="Calibri" panose="020F0502020204030204" pitchFamily="34" charset="0"/>
        </a:defRPr>
      </a:lvl6pPr>
      <a:lvl7pPr marL="914400" algn="ctr" defTabSz="2076450" rtl="0" fontAlgn="base">
        <a:spcBef>
          <a:spcPct val="0"/>
        </a:spcBef>
        <a:spcAft>
          <a:spcPct val="0"/>
        </a:spcAft>
        <a:defRPr sz="10000">
          <a:solidFill>
            <a:schemeClr val="tx1"/>
          </a:solidFill>
          <a:latin typeface="Calibri" panose="020F0502020204030204" pitchFamily="34" charset="0"/>
        </a:defRPr>
      </a:lvl7pPr>
      <a:lvl8pPr marL="1371600" algn="ctr" defTabSz="2076450" rtl="0" fontAlgn="base">
        <a:spcBef>
          <a:spcPct val="0"/>
        </a:spcBef>
        <a:spcAft>
          <a:spcPct val="0"/>
        </a:spcAft>
        <a:defRPr sz="10000">
          <a:solidFill>
            <a:schemeClr val="tx1"/>
          </a:solidFill>
          <a:latin typeface="Calibri" panose="020F0502020204030204" pitchFamily="34" charset="0"/>
        </a:defRPr>
      </a:lvl8pPr>
      <a:lvl9pPr marL="1828800" algn="ctr" defTabSz="2076450" rtl="0" fontAlgn="base">
        <a:spcBef>
          <a:spcPct val="0"/>
        </a:spcBef>
        <a:spcAft>
          <a:spcPct val="0"/>
        </a:spcAft>
        <a:defRPr sz="10000">
          <a:solidFill>
            <a:schemeClr val="tx1"/>
          </a:solidFill>
          <a:latin typeface="Calibri" panose="020F0502020204030204" pitchFamily="34" charset="0"/>
        </a:defRPr>
      </a:lvl9pPr>
    </p:titleStyle>
    <p:bodyStyle>
      <a:lvl1pPr marL="777875" indent="-777875" algn="l" defTabSz="2076450" rtl="0" eaLnBrk="0" fontAlgn="base" hangingPunct="0">
        <a:spcBef>
          <a:spcPct val="20000"/>
        </a:spcBef>
        <a:spcAft>
          <a:spcPct val="0"/>
        </a:spcAft>
        <a:buFont typeface="Arial" panose="020B0604020202020204" pitchFamily="34" charset="0"/>
        <a:buChar char="•"/>
        <a:defRPr sz="7300" kern="1200">
          <a:solidFill>
            <a:schemeClr val="tx1"/>
          </a:solidFill>
          <a:latin typeface="+mn-lt"/>
          <a:ea typeface="+mn-ea"/>
          <a:cs typeface="+mn-cs"/>
        </a:defRPr>
      </a:lvl1pPr>
      <a:lvl2pPr marL="1687830" indent="-649605" algn="l" defTabSz="2076450" rtl="0" eaLnBrk="0" fontAlgn="base" hangingPunct="0">
        <a:spcBef>
          <a:spcPct val="20000"/>
        </a:spcBef>
        <a:spcAft>
          <a:spcPct val="0"/>
        </a:spcAft>
        <a:buFont typeface="Arial" panose="020B0604020202020204" pitchFamily="34" charset="0"/>
        <a:buChar char="–"/>
        <a:defRPr sz="6400" kern="1200">
          <a:solidFill>
            <a:schemeClr val="tx1"/>
          </a:solidFill>
          <a:latin typeface="+mn-lt"/>
          <a:ea typeface="+mn-ea"/>
          <a:cs typeface="+mn-cs"/>
        </a:defRPr>
      </a:lvl2pPr>
      <a:lvl3pPr marL="2597150" indent="-519430" algn="l" defTabSz="2076450" rtl="0" eaLnBrk="0" fontAlgn="base" hangingPunct="0">
        <a:spcBef>
          <a:spcPct val="20000"/>
        </a:spcBef>
        <a:spcAft>
          <a:spcPct val="0"/>
        </a:spcAft>
        <a:buFont typeface="Arial" panose="020B0604020202020204" pitchFamily="34" charset="0"/>
        <a:buChar char="•"/>
        <a:defRPr sz="5400" kern="1200">
          <a:solidFill>
            <a:schemeClr val="tx1"/>
          </a:solidFill>
          <a:latin typeface="+mn-lt"/>
          <a:ea typeface="+mn-ea"/>
          <a:cs typeface="+mn-cs"/>
        </a:defRPr>
      </a:lvl3pPr>
      <a:lvl4pPr marL="3635375" indent="-519430" algn="l" defTabSz="2076450" rtl="0" eaLnBrk="0" fontAlgn="base" hangingPunct="0">
        <a:spcBef>
          <a:spcPct val="20000"/>
        </a:spcBef>
        <a:spcAft>
          <a:spcPct val="0"/>
        </a:spcAft>
        <a:buFont typeface="Arial" panose="020B0604020202020204" pitchFamily="34" charset="0"/>
        <a:buChar char="–"/>
        <a:defRPr sz="4500" kern="1200">
          <a:solidFill>
            <a:schemeClr val="tx1"/>
          </a:solidFill>
          <a:latin typeface="+mn-lt"/>
          <a:ea typeface="+mn-ea"/>
          <a:cs typeface="+mn-cs"/>
        </a:defRPr>
      </a:lvl4pPr>
      <a:lvl5pPr marL="4675505" indent="-519430" algn="l" defTabSz="2076450" rtl="0" eaLnBrk="0" fontAlgn="base" hangingPunct="0">
        <a:spcBef>
          <a:spcPct val="20000"/>
        </a:spcBef>
        <a:spcAft>
          <a:spcPct val="0"/>
        </a:spcAft>
        <a:buFont typeface="Arial" panose="020B0604020202020204" pitchFamily="34" charset="0"/>
        <a:buChar char="»"/>
        <a:defRPr sz="4500" kern="1200">
          <a:solidFill>
            <a:schemeClr val="tx1"/>
          </a:solidFill>
          <a:latin typeface="+mn-lt"/>
          <a:ea typeface="+mn-ea"/>
          <a:cs typeface="+mn-cs"/>
        </a:defRPr>
      </a:lvl5pPr>
      <a:lvl6pPr marL="5714365" indent="-519430" algn="l" defTabSz="2077720" rtl="0" eaLnBrk="1" latinLnBrk="0" hangingPunct="1">
        <a:spcBef>
          <a:spcPct val="20000"/>
        </a:spcBef>
        <a:buFont typeface="Arial" panose="020B0604020202020204" pitchFamily="34" charset="0"/>
        <a:buChar char="•"/>
        <a:defRPr sz="4500" kern="1200">
          <a:solidFill>
            <a:schemeClr val="tx1"/>
          </a:solidFill>
          <a:latin typeface="+mn-lt"/>
          <a:ea typeface="+mn-ea"/>
          <a:cs typeface="+mn-cs"/>
        </a:defRPr>
      </a:lvl6pPr>
      <a:lvl7pPr marL="6753225" indent="-519430" algn="l" defTabSz="2077720" rtl="0" eaLnBrk="1" latinLnBrk="0" hangingPunct="1">
        <a:spcBef>
          <a:spcPct val="20000"/>
        </a:spcBef>
        <a:buFont typeface="Arial" panose="020B0604020202020204" pitchFamily="34" charset="0"/>
        <a:buChar char="•"/>
        <a:defRPr sz="4500" kern="1200">
          <a:solidFill>
            <a:schemeClr val="tx1"/>
          </a:solidFill>
          <a:latin typeface="+mn-lt"/>
          <a:ea typeface="+mn-ea"/>
          <a:cs typeface="+mn-cs"/>
        </a:defRPr>
      </a:lvl7pPr>
      <a:lvl8pPr marL="7792085" indent="-519430" algn="l" defTabSz="2077720" rtl="0" eaLnBrk="1" latinLnBrk="0" hangingPunct="1">
        <a:spcBef>
          <a:spcPct val="20000"/>
        </a:spcBef>
        <a:buFont typeface="Arial" panose="020B0604020202020204" pitchFamily="34" charset="0"/>
        <a:buChar char="•"/>
        <a:defRPr sz="4500" kern="1200">
          <a:solidFill>
            <a:schemeClr val="tx1"/>
          </a:solidFill>
          <a:latin typeface="+mn-lt"/>
          <a:ea typeface="+mn-ea"/>
          <a:cs typeface="+mn-cs"/>
        </a:defRPr>
      </a:lvl8pPr>
      <a:lvl9pPr marL="8830945" indent="-519430" algn="l" defTabSz="2077720" rtl="0" eaLnBrk="1" latinLnBrk="0" hangingPunct="1">
        <a:spcBef>
          <a:spcPct val="20000"/>
        </a:spcBef>
        <a:buFont typeface="Arial" panose="020B0604020202020204" pitchFamily="34" charset="0"/>
        <a:buChar char="•"/>
        <a:defRPr sz="4500" kern="1200">
          <a:solidFill>
            <a:schemeClr val="tx1"/>
          </a:solidFill>
          <a:latin typeface="+mn-lt"/>
          <a:ea typeface="+mn-ea"/>
          <a:cs typeface="+mn-cs"/>
        </a:defRPr>
      </a:lvl9pPr>
    </p:bodyStyle>
    <p:otherStyle>
      <a:defPPr>
        <a:defRPr lang="en-US"/>
      </a:defPPr>
      <a:lvl1pPr marL="0" algn="l" defTabSz="2077720" rtl="0" eaLnBrk="1" latinLnBrk="0" hangingPunct="1">
        <a:defRPr sz="4100" kern="1200">
          <a:solidFill>
            <a:schemeClr val="tx1"/>
          </a:solidFill>
          <a:latin typeface="+mn-lt"/>
          <a:ea typeface="+mn-ea"/>
          <a:cs typeface="+mn-cs"/>
        </a:defRPr>
      </a:lvl1pPr>
      <a:lvl2pPr marL="1038860" algn="l" defTabSz="2077720" rtl="0" eaLnBrk="1" latinLnBrk="0" hangingPunct="1">
        <a:defRPr sz="4100" kern="1200">
          <a:solidFill>
            <a:schemeClr val="tx1"/>
          </a:solidFill>
          <a:latin typeface="+mn-lt"/>
          <a:ea typeface="+mn-ea"/>
          <a:cs typeface="+mn-cs"/>
        </a:defRPr>
      </a:lvl2pPr>
      <a:lvl3pPr marL="2077720" algn="l" defTabSz="2077720" rtl="0" eaLnBrk="1" latinLnBrk="0" hangingPunct="1">
        <a:defRPr sz="4100" kern="1200">
          <a:solidFill>
            <a:schemeClr val="tx1"/>
          </a:solidFill>
          <a:latin typeface="+mn-lt"/>
          <a:ea typeface="+mn-ea"/>
          <a:cs typeface="+mn-cs"/>
        </a:defRPr>
      </a:lvl3pPr>
      <a:lvl4pPr marL="3116580" algn="l" defTabSz="2077720" rtl="0" eaLnBrk="1" latinLnBrk="0" hangingPunct="1">
        <a:defRPr sz="4100" kern="1200">
          <a:solidFill>
            <a:schemeClr val="tx1"/>
          </a:solidFill>
          <a:latin typeface="+mn-lt"/>
          <a:ea typeface="+mn-ea"/>
          <a:cs typeface="+mn-cs"/>
        </a:defRPr>
      </a:lvl4pPr>
      <a:lvl5pPr marL="4156075" algn="l" defTabSz="2077720" rtl="0" eaLnBrk="1" latinLnBrk="0" hangingPunct="1">
        <a:defRPr sz="4100" kern="1200">
          <a:solidFill>
            <a:schemeClr val="tx1"/>
          </a:solidFill>
          <a:latin typeface="+mn-lt"/>
          <a:ea typeface="+mn-ea"/>
          <a:cs typeface="+mn-cs"/>
        </a:defRPr>
      </a:lvl5pPr>
      <a:lvl6pPr marL="5194935" algn="l" defTabSz="2077720" rtl="0" eaLnBrk="1" latinLnBrk="0" hangingPunct="1">
        <a:defRPr sz="4100" kern="1200">
          <a:solidFill>
            <a:schemeClr val="tx1"/>
          </a:solidFill>
          <a:latin typeface="+mn-lt"/>
          <a:ea typeface="+mn-ea"/>
          <a:cs typeface="+mn-cs"/>
        </a:defRPr>
      </a:lvl6pPr>
      <a:lvl7pPr marL="6233795" algn="l" defTabSz="2077720" rtl="0" eaLnBrk="1" latinLnBrk="0" hangingPunct="1">
        <a:defRPr sz="4100" kern="1200">
          <a:solidFill>
            <a:schemeClr val="tx1"/>
          </a:solidFill>
          <a:latin typeface="+mn-lt"/>
          <a:ea typeface="+mn-ea"/>
          <a:cs typeface="+mn-cs"/>
        </a:defRPr>
      </a:lvl7pPr>
      <a:lvl8pPr marL="7272655" algn="l" defTabSz="2077720" rtl="0" eaLnBrk="1" latinLnBrk="0" hangingPunct="1">
        <a:defRPr sz="4100" kern="1200">
          <a:solidFill>
            <a:schemeClr val="tx1"/>
          </a:solidFill>
          <a:latin typeface="+mn-lt"/>
          <a:ea typeface="+mn-ea"/>
          <a:cs typeface="+mn-cs"/>
        </a:defRPr>
      </a:lvl8pPr>
      <a:lvl9pPr marL="8311515" algn="l" defTabSz="2077720" rtl="0" eaLnBrk="1" latinLnBrk="0" hangingPunct="1">
        <a:defRPr sz="4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2859" y="-10087"/>
            <a:ext cx="21396325" cy="2420266"/>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64584" tIns="32292" rIns="64584" bIns="32292" anchor="ctr"/>
          <a:lstStyle/>
          <a:p>
            <a:pPr algn="ctr" defTabSz="2077720" fontAlgn="auto">
              <a:spcBef>
                <a:spcPts val="0"/>
              </a:spcBef>
              <a:spcAft>
                <a:spcPts val="0"/>
              </a:spcAft>
              <a:defRPr/>
            </a:pPr>
            <a:endParaRPr lang="en-GB" sz="7100">
              <a:latin typeface="Bookman Old Style" panose="02050604050505020204" pitchFamily="18" charset="0"/>
            </a:endParaRPr>
          </a:p>
          <a:p>
            <a:pPr algn="ctr" defTabSz="2077720" fontAlgn="auto">
              <a:spcBef>
                <a:spcPts val="0"/>
              </a:spcBef>
              <a:spcAft>
                <a:spcPts val="0"/>
              </a:spcAft>
              <a:defRPr/>
            </a:pPr>
            <a:endParaRPr lang="en-GB" sz="7100" b="1">
              <a:solidFill>
                <a:schemeClr val="bg1"/>
              </a:solidFill>
              <a:latin typeface="Bookman Old Style"/>
            </a:endParaRPr>
          </a:p>
          <a:p>
            <a:pPr algn="ctr" defTabSz="2077720">
              <a:defRPr/>
            </a:pPr>
            <a:r>
              <a:rPr lang="en-GB" sz="2300" b="1" dirty="0">
                <a:solidFill>
                  <a:schemeClr val="bg1"/>
                </a:solidFill>
                <a:latin typeface="Times New Roman"/>
                <a:cs typeface="Times New Roman"/>
              </a:rPr>
              <a:t>      </a:t>
            </a:r>
            <a:r>
              <a:rPr lang="en-GB" sz="2300" b="1">
                <a:solidFill>
                  <a:srgbClr val="C00000"/>
                </a:solidFill>
                <a:latin typeface="Times New Roman"/>
                <a:cs typeface="Times New Roman"/>
              </a:rPr>
              <a:t>Title:</a:t>
            </a:r>
            <a:r>
              <a:rPr lang="en-GB" sz="2300" b="1" dirty="0">
                <a:solidFill>
                  <a:srgbClr val="C00000"/>
                </a:solidFill>
                <a:latin typeface="Times New Roman"/>
                <a:ea typeface="+mn-lt"/>
                <a:cs typeface="Times New Roman"/>
              </a:rPr>
              <a:t> </a:t>
            </a:r>
            <a:r>
              <a:rPr lang="en-GB" sz="2300">
                <a:solidFill>
                  <a:srgbClr val="C00000"/>
                </a:solidFill>
                <a:latin typeface="Times New Roman"/>
                <a:ea typeface="+mn-lt"/>
                <a:cs typeface="Times New Roman"/>
              </a:rPr>
              <a:t>Real-Time Indoor Localization System Using BLE</a:t>
            </a:r>
            <a:endParaRPr lang="en-GB" sz="2300">
              <a:latin typeface="Times New Roman"/>
              <a:ea typeface="Calibri"/>
              <a:cs typeface="Times New Roman"/>
            </a:endParaRPr>
          </a:p>
          <a:p>
            <a:pPr algn="ctr" defTabSz="2077720">
              <a:defRPr/>
            </a:pPr>
            <a:r>
              <a:rPr lang="en-GB" sz="2300">
                <a:solidFill>
                  <a:srgbClr val="C00000"/>
                </a:solidFill>
                <a:latin typeface="Times New Roman"/>
                <a:ea typeface="+mn-lt"/>
                <a:cs typeface="Times New Roman"/>
              </a:rPr>
              <a:t>Beacon RSSI Fingerprinting and KNN</a:t>
            </a:r>
            <a:r>
              <a:rPr lang="en-GB" sz="2300" dirty="0">
                <a:solidFill>
                  <a:srgbClr val="C00000"/>
                </a:solidFill>
                <a:latin typeface="Times New Roman"/>
                <a:ea typeface="+mn-lt"/>
                <a:cs typeface="Times New Roman"/>
              </a:rPr>
              <a:t> Classification</a:t>
            </a:r>
            <a:endParaRPr lang="en-GB" sz="2300">
              <a:latin typeface="Times New Roman"/>
              <a:cs typeface="Times New Roman"/>
            </a:endParaRPr>
          </a:p>
          <a:p>
            <a:pPr algn="ctr" defTabSz="2077720" fontAlgn="auto">
              <a:spcBef>
                <a:spcPts val="0"/>
              </a:spcBef>
              <a:spcAft>
                <a:spcPts val="0"/>
              </a:spcAft>
              <a:defRPr/>
            </a:pPr>
            <a:r>
              <a:rPr lang="en-GB" sz="2300" dirty="0">
                <a:solidFill>
                  <a:srgbClr val="C00000"/>
                </a:solidFill>
                <a:latin typeface="Times New Roman"/>
                <a:cs typeface="Times New Roman"/>
              </a:rPr>
              <a:t>                                     </a:t>
            </a:r>
            <a:r>
              <a:rPr kumimoji="0" lang="en-GB" sz="2300" b="0" i="0" u="none" strike="noStrike" kern="1200" cap="none" spc="0" normalizeH="0" baseline="0" noProof="0" dirty="0">
                <a:ln>
                  <a:noFill/>
                </a:ln>
                <a:solidFill>
                  <a:srgbClr val="C00000"/>
                </a:solidFill>
                <a:effectLst/>
                <a:uLnTx/>
                <a:uFillTx/>
                <a:latin typeface="Times New Roman"/>
                <a:cs typeface="Times New Roman"/>
              </a:rPr>
              <a:t> </a:t>
            </a:r>
            <a:r>
              <a:rPr lang="en-GB" sz="2300" dirty="0">
                <a:solidFill>
                  <a:srgbClr val="C00000"/>
                </a:solidFill>
                <a:latin typeface="Times New Roman"/>
                <a:cs typeface="Times New Roman"/>
              </a:rPr>
              <a:t>                          </a:t>
            </a:r>
            <a:r>
              <a:rPr kumimoji="0" lang="en-GB" sz="2300" b="1" i="0" u="none" strike="noStrike" kern="1200" cap="none" spc="0" normalizeH="0" baseline="0" noProof="0">
                <a:ln>
                  <a:noFill/>
                </a:ln>
                <a:solidFill>
                  <a:srgbClr val="C00000"/>
                </a:solidFill>
                <a:effectLst/>
                <a:uLnTx/>
                <a:uFillTx/>
                <a:latin typeface="Times New Roman"/>
                <a:cs typeface="Times New Roman"/>
              </a:rPr>
              <a:t>Names of students</a:t>
            </a:r>
            <a:r>
              <a:rPr lang="en-GB" sz="2300">
                <a:solidFill>
                  <a:srgbClr val="C00000"/>
                </a:solidFill>
                <a:latin typeface="Times New Roman"/>
                <a:cs typeface="Times New Roman"/>
              </a:rPr>
              <a:t> :Parth Jadhav</a:t>
            </a:r>
            <a:r>
              <a:rPr lang="en-IN" sz="2300">
                <a:solidFill>
                  <a:srgbClr val="C00000"/>
                </a:solidFill>
                <a:latin typeface="Times New Roman"/>
                <a:cs typeface="Times New Roman"/>
              </a:rPr>
              <a:t> ,Md. Danish Shamsher ,Roopashree Pote ,Keerti Mahantshetti</a:t>
            </a:r>
            <a:endParaRPr lang="en-IN" sz="2300">
              <a:solidFill>
                <a:srgbClr val="C00000"/>
              </a:solidFill>
              <a:latin typeface="Times New Roman"/>
              <a:ea typeface="Calibri"/>
              <a:cs typeface="Times New Roman"/>
            </a:endParaRPr>
          </a:p>
          <a:p>
            <a:pPr algn="ctr" defTabSz="2077720">
              <a:spcBef>
                <a:spcPts val="0"/>
              </a:spcBef>
              <a:spcAft>
                <a:spcPts val="0"/>
              </a:spcAft>
              <a:defRPr/>
            </a:pPr>
            <a:r>
              <a:rPr kumimoji="0" lang="en-GB" sz="2300" i="0" u="none" strike="noStrike" kern="1200" cap="none" spc="0" normalizeH="0" baseline="0" noProof="0" dirty="0">
                <a:ln>
                  <a:noFill/>
                </a:ln>
                <a:solidFill>
                  <a:srgbClr val="C00000"/>
                </a:solidFill>
                <a:effectLst/>
                <a:uLnTx/>
                <a:uFillTx/>
                <a:latin typeface="Times New Roman"/>
                <a:cs typeface="Times New Roman"/>
              </a:rPr>
              <a:t> </a:t>
            </a:r>
            <a:r>
              <a:rPr kumimoji="0" lang="en-GB" sz="2300" b="1" i="0" u="none" strike="noStrike" kern="1200" cap="none" spc="0" normalizeH="0" baseline="0" noProof="0">
                <a:ln>
                  <a:noFill/>
                </a:ln>
                <a:solidFill>
                  <a:srgbClr val="C00000"/>
                </a:solidFill>
                <a:effectLst/>
                <a:uLnTx/>
                <a:uFillTx/>
                <a:latin typeface="Times New Roman"/>
                <a:cs typeface="Times New Roman"/>
              </a:rPr>
              <a:t> Under guidance of :</a:t>
            </a:r>
            <a:r>
              <a:rPr lang="en-IN" sz="2300">
                <a:solidFill>
                  <a:srgbClr val="C00000"/>
                </a:solidFill>
                <a:latin typeface="Times New Roman"/>
                <a:cs typeface="Times New Roman"/>
              </a:rPr>
              <a:t>Prof. Pavan Chavalagi</a:t>
            </a:r>
            <a:r>
              <a:rPr kumimoji="0" lang="en-GB" sz="2300" i="0" u="none" strike="noStrike" kern="1200" cap="none" spc="0" normalizeH="0" baseline="0" noProof="0" dirty="0">
                <a:ln>
                  <a:noFill/>
                </a:ln>
                <a:solidFill>
                  <a:srgbClr val="C00000"/>
                </a:solidFill>
                <a:effectLst/>
                <a:uLnTx/>
                <a:uFillTx/>
                <a:latin typeface="Times New Roman"/>
                <a:cs typeface="Times New Roman"/>
              </a:rPr>
              <a:t> </a:t>
            </a:r>
            <a:endParaRPr lang="en-IN">
              <a:ea typeface="Calibri"/>
              <a:cs typeface="Calibri"/>
            </a:endParaRPr>
          </a:p>
          <a:p>
            <a:pPr marL="0" marR="0" lvl="0" indent="0" algn="ctr" defTabSz="2077720" rtl="0" eaLnBrk="1" fontAlgn="auto" latinLnBrk="0" hangingPunct="1">
              <a:spcBef>
                <a:spcPts val="0"/>
              </a:spcBef>
              <a:spcAft>
                <a:spcPts val="0"/>
              </a:spcAft>
              <a:buClrTx/>
              <a:buSzTx/>
              <a:buFontTx/>
              <a:buNone/>
              <a:defRPr/>
            </a:pPr>
            <a:r>
              <a:rPr kumimoji="0" lang="en-GB" sz="2300" b="1" i="0" u="none" strike="noStrike" kern="1200" cap="none" spc="0" normalizeH="0" baseline="0" noProof="0">
                <a:ln>
                  <a:noFill/>
                </a:ln>
                <a:solidFill>
                  <a:srgbClr val="C00000"/>
                </a:solidFill>
                <a:effectLst/>
                <a:uLnTx/>
                <a:uFillTx/>
                <a:latin typeface="Times New Roman"/>
                <a:cs typeface="Times New Roman"/>
              </a:rPr>
              <a:t>                                            Department of Electronics and Communication Engineering</a:t>
            </a:r>
            <a:endParaRPr lang="en-GB" sz="2300" b="1" i="0" u="none" strike="noStrike" kern="1200" cap="none" spc="0" normalizeH="0" baseline="0" noProof="0" dirty="0">
              <a:ln>
                <a:noFill/>
              </a:ln>
              <a:solidFill>
                <a:srgbClr val="C00000"/>
              </a:solidFill>
              <a:effectLst/>
              <a:uLnTx/>
              <a:uFillTx/>
              <a:latin typeface="Times New Roman"/>
              <a:cs typeface="Times New Roman"/>
            </a:endParaRPr>
          </a:p>
          <a:p>
            <a:pPr algn="ctr" defTabSz="2077720" fontAlgn="auto">
              <a:spcBef>
                <a:spcPts val="0"/>
              </a:spcBef>
              <a:spcAft>
                <a:spcPts val="0"/>
              </a:spcAft>
              <a:defRPr/>
            </a:pPr>
            <a:endParaRPr lang="en-GB" sz="2200">
              <a:solidFill>
                <a:schemeClr val="tx1"/>
              </a:solidFill>
              <a:latin typeface="Bookman Old Style" panose="02050604050505020204" pitchFamily="18" charset="0"/>
            </a:endParaRPr>
          </a:p>
          <a:p>
            <a:pPr algn="ctr" defTabSz="2077720" fontAlgn="auto">
              <a:spcBef>
                <a:spcPts val="0"/>
              </a:spcBef>
              <a:spcAft>
                <a:spcPts val="0"/>
              </a:spcAft>
              <a:defRPr/>
            </a:pPr>
            <a:endParaRPr lang="en-GB" sz="2200">
              <a:latin typeface="Bookman Old Style" panose="02050604050505020204" pitchFamily="18" charset="0"/>
            </a:endParaRPr>
          </a:p>
          <a:p>
            <a:pPr algn="ctr" defTabSz="2077720" fontAlgn="auto">
              <a:spcBef>
                <a:spcPts val="0"/>
              </a:spcBef>
              <a:spcAft>
                <a:spcPts val="0"/>
              </a:spcAft>
              <a:defRPr/>
            </a:pPr>
            <a:endParaRPr lang="en-US" sz="7100">
              <a:latin typeface="Bookman Old Style" panose="02050604050505020204" pitchFamily="18" charset="0"/>
            </a:endParaRPr>
          </a:p>
        </p:txBody>
      </p:sp>
      <p:sp>
        <p:nvSpPr>
          <p:cNvPr id="2060" name="Text Box 25"/>
          <p:cNvSpPr txBox="1">
            <a:spLocks noChangeArrowheads="1"/>
          </p:cNvSpPr>
          <p:nvPr/>
        </p:nvSpPr>
        <p:spPr bwMode="auto">
          <a:xfrm>
            <a:off x="235903" y="5113669"/>
            <a:ext cx="6858000" cy="747730"/>
          </a:xfrm>
          <a:prstGeom prst="rect">
            <a:avLst/>
          </a:prstGeom>
          <a:solidFill>
            <a:schemeClr val="accent3">
              <a:lumMod val="40000"/>
              <a:lumOff val="60000"/>
            </a:schemeClr>
          </a:solidFill>
          <a:ln w="9525">
            <a:noFill/>
            <a:prstDash val="sysDot"/>
            <a:miter lim="800000"/>
          </a:ln>
        </p:spPr>
        <p:txBody>
          <a:bodyPr wrap="none" lIns="161460" tIns="161460" rIns="161460" bIns="161460" anchor="t" anchorCtr="1"/>
          <a:lstStyle/>
          <a:p>
            <a:pPr algn="ctr"/>
            <a:r>
              <a:rPr lang="en-US" sz="3600" b="1">
                <a:solidFill>
                  <a:srgbClr val="C00000"/>
                </a:solidFill>
                <a:latin typeface="Times New Roman"/>
                <a:cs typeface="Times New Roman"/>
              </a:rPr>
              <a:t>Objectives</a:t>
            </a:r>
            <a:endParaRPr lang="en-US" sz="3400">
              <a:solidFill>
                <a:srgbClr val="C00000"/>
              </a:solidFill>
              <a:latin typeface="Times New Roman"/>
              <a:cs typeface="Times New Roman"/>
            </a:endParaRPr>
          </a:p>
        </p:txBody>
      </p:sp>
      <p:sp>
        <p:nvSpPr>
          <p:cNvPr id="2062" name="Text Box 25"/>
          <p:cNvSpPr txBox="1">
            <a:spLocks noChangeArrowheads="1"/>
          </p:cNvSpPr>
          <p:nvPr/>
        </p:nvSpPr>
        <p:spPr bwMode="auto">
          <a:xfrm>
            <a:off x="15188242" y="2431987"/>
            <a:ext cx="6042660" cy="693420"/>
          </a:xfrm>
          <a:prstGeom prst="rect">
            <a:avLst/>
          </a:prstGeom>
          <a:solidFill>
            <a:schemeClr val="accent3">
              <a:lumMod val="40000"/>
              <a:lumOff val="60000"/>
            </a:schemeClr>
          </a:solidFill>
          <a:ln w="9525">
            <a:noFill/>
            <a:prstDash val="sysDot"/>
            <a:miter lim="800000"/>
          </a:ln>
        </p:spPr>
        <p:txBody>
          <a:bodyPr wrap="none" lIns="161460" tIns="161460" rIns="161460" bIns="161460" anchor="ctr" anchorCtr="1"/>
          <a:lstStyle/>
          <a:p>
            <a:pPr algn="ctr" defTabSz="3098800"/>
            <a:r>
              <a:rPr lang="en-GB" sz="3400" dirty="0">
                <a:latin typeface="Bookman Old Style"/>
              </a:rPr>
              <a:t> </a:t>
            </a:r>
            <a:r>
              <a:rPr lang="en-GB" sz="3400" dirty="0">
                <a:latin typeface="Times New Roman"/>
                <a:cs typeface="Times New Roman"/>
              </a:rPr>
              <a:t>     </a:t>
            </a:r>
            <a:r>
              <a:rPr lang="en-GB" sz="3600" b="1">
                <a:solidFill>
                  <a:srgbClr val="C00000"/>
                </a:solidFill>
                <a:latin typeface="Times New Roman"/>
                <a:cs typeface="Times New Roman"/>
              </a:rPr>
              <a:t>Results</a:t>
            </a:r>
            <a:endParaRPr lang="en-US" sz="3600" b="1">
              <a:solidFill>
                <a:srgbClr val="C00000"/>
              </a:solidFill>
              <a:latin typeface="Times New Roman"/>
              <a:cs typeface="Times New Roman"/>
            </a:endParaRPr>
          </a:p>
        </p:txBody>
      </p:sp>
      <p:sp>
        <p:nvSpPr>
          <p:cNvPr id="250" name="Rectangle 249"/>
          <p:cNvSpPr/>
          <p:nvPr/>
        </p:nvSpPr>
        <p:spPr>
          <a:xfrm>
            <a:off x="367934" y="11374206"/>
            <a:ext cx="6781800" cy="646331"/>
          </a:xfrm>
          <a:prstGeom prst="rect">
            <a:avLst/>
          </a:prstGeom>
          <a:solidFill>
            <a:schemeClr val="accent3">
              <a:lumMod val="40000"/>
              <a:lumOff val="60000"/>
            </a:schemeClr>
          </a:solidFill>
        </p:spPr>
        <p:txBody>
          <a:bodyPr wrap="square" lIns="91440" tIns="45720" rIns="91440" bIns="45720" anchor="t">
            <a:spAutoFit/>
          </a:bodyPr>
          <a:lstStyle/>
          <a:p>
            <a:pPr algn="ctr" defTabSz="2077720" fontAlgn="auto">
              <a:spcBef>
                <a:spcPts val="0"/>
              </a:spcBef>
              <a:spcAft>
                <a:spcPts val="0"/>
              </a:spcAft>
              <a:defRPr/>
            </a:pPr>
            <a:r>
              <a:rPr lang="en-GB" sz="3600" b="1">
                <a:solidFill>
                  <a:srgbClr val="C00000"/>
                </a:solidFill>
                <a:latin typeface="Times New Roman"/>
                <a:cs typeface="Times New Roman"/>
              </a:rPr>
              <a:t>Literature survey</a:t>
            </a:r>
            <a:endParaRPr lang="en-US" sz="3600" b="1">
              <a:solidFill>
                <a:srgbClr val="C00000"/>
              </a:solidFill>
              <a:latin typeface="Times New Roman"/>
              <a:cs typeface="Times New Roman"/>
            </a:endParaRPr>
          </a:p>
        </p:txBody>
      </p:sp>
      <p:sp>
        <p:nvSpPr>
          <p:cNvPr id="94" name="Rectangle 93"/>
          <p:cNvSpPr/>
          <p:nvPr/>
        </p:nvSpPr>
        <p:spPr>
          <a:xfrm>
            <a:off x="350198" y="8559449"/>
            <a:ext cx="6560829" cy="886397"/>
          </a:xfrm>
          <a:prstGeom prst="rect">
            <a:avLst/>
          </a:prstGeom>
          <a:solidFill>
            <a:schemeClr val="accent3">
              <a:lumMod val="40000"/>
              <a:lumOff val="60000"/>
            </a:schemeClr>
          </a:solidFill>
        </p:spPr>
        <p:txBody>
          <a:bodyPr wrap="square" lIns="164592" tIns="164592" rIns="164592" bIns="164592" anchor="ctr">
            <a:spAutoFit/>
          </a:bodyPr>
          <a:lstStyle/>
          <a:p>
            <a:pPr algn="ctr"/>
            <a:r>
              <a:rPr lang="en-GB" sz="3600" b="1">
                <a:solidFill>
                  <a:srgbClr val="C00000"/>
                </a:solidFill>
                <a:latin typeface="Times New Roman"/>
                <a:cs typeface="Times New Roman"/>
              </a:rPr>
              <a:t>Contributions</a:t>
            </a:r>
            <a:endParaRPr lang="en-US" sz="3600" b="1">
              <a:solidFill>
                <a:srgbClr val="C00000"/>
              </a:solidFill>
              <a:latin typeface="Times New Roman"/>
              <a:cs typeface="Times New Roman"/>
            </a:endParaRPr>
          </a:p>
        </p:txBody>
      </p:sp>
      <p:sp>
        <p:nvSpPr>
          <p:cNvPr id="210" name="Rectangle 209"/>
          <p:cNvSpPr/>
          <p:nvPr/>
        </p:nvSpPr>
        <p:spPr>
          <a:xfrm>
            <a:off x="7487498" y="8366635"/>
            <a:ext cx="7462790" cy="646331"/>
          </a:xfrm>
          <a:prstGeom prst="rect">
            <a:avLst/>
          </a:prstGeom>
          <a:solidFill>
            <a:schemeClr val="accent3">
              <a:lumMod val="40000"/>
              <a:lumOff val="60000"/>
            </a:schemeClr>
          </a:solidFill>
        </p:spPr>
        <p:txBody>
          <a:bodyPr wrap="square" lIns="91440" tIns="45720" rIns="91440" bIns="45720" anchor="t">
            <a:spAutoFit/>
          </a:bodyPr>
          <a:lstStyle/>
          <a:p>
            <a:pPr algn="ctr"/>
            <a:r>
              <a:rPr lang="en-US" sz="3600" b="1">
                <a:solidFill>
                  <a:srgbClr val="C00000"/>
                </a:solidFill>
                <a:latin typeface="Times New Roman"/>
                <a:cs typeface="Times New Roman"/>
              </a:rPr>
              <a:t>Final Implementation</a:t>
            </a:r>
          </a:p>
        </p:txBody>
      </p:sp>
      <p:sp>
        <p:nvSpPr>
          <p:cNvPr id="55" name="Rectangle 54"/>
          <p:cNvSpPr/>
          <p:nvPr/>
        </p:nvSpPr>
        <p:spPr>
          <a:xfrm>
            <a:off x="368252" y="2474751"/>
            <a:ext cx="6786610" cy="646331"/>
          </a:xfrm>
          <a:prstGeom prst="rect">
            <a:avLst/>
          </a:prstGeom>
          <a:solidFill>
            <a:schemeClr val="accent3">
              <a:lumMod val="40000"/>
              <a:lumOff val="60000"/>
            </a:schemeClr>
          </a:solidFill>
        </p:spPr>
        <p:txBody>
          <a:bodyPr wrap="square" lIns="91440" tIns="45720" rIns="91440" bIns="45720" anchor="t">
            <a:spAutoFit/>
          </a:bodyPr>
          <a:lstStyle/>
          <a:p>
            <a:pPr algn="ctr"/>
            <a:r>
              <a:rPr lang="en-US" sz="2800">
                <a:latin typeface="Bookman Old Style"/>
              </a:rPr>
              <a:t> </a:t>
            </a:r>
            <a:r>
              <a:rPr lang="en-US" sz="3600" b="1">
                <a:solidFill>
                  <a:srgbClr val="C00000"/>
                </a:solidFill>
                <a:latin typeface="Times New Roman"/>
                <a:cs typeface="Times New Roman"/>
              </a:rPr>
              <a:t>Problem statement</a:t>
            </a:r>
            <a:endParaRPr lang="en-GB" sz="2600" b="1">
              <a:solidFill>
                <a:srgbClr val="C00000"/>
              </a:solidFill>
              <a:latin typeface="Times New Roman"/>
              <a:cs typeface="Times New Roman"/>
            </a:endParaRPr>
          </a:p>
        </p:txBody>
      </p:sp>
      <p:sp>
        <p:nvSpPr>
          <p:cNvPr id="44" name="Rectangle 43"/>
          <p:cNvSpPr/>
          <p:nvPr/>
        </p:nvSpPr>
        <p:spPr>
          <a:xfrm>
            <a:off x="15026653" y="6363152"/>
            <a:ext cx="5998146" cy="646331"/>
          </a:xfrm>
          <a:prstGeom prst="rect">
            <a:avLst/>
          </a:prstGeom>
          <a:solidFill>
            <a:schemeClr val="accent3">
              <a:lumMod val="40000"/>
              <a:lumOff val="60000"/>
            </a:schemeClr>
          </a:solidFill>
        </p:spPr>
        <p:txBody>
          <a:bodyPr wrap="square" lIns="91440" tIns="45720" rIns="91440" bIns="45720" anchor="t">
            <a:spAutoFit/>
          </a:bodyPr>
          <a:lstStyle/>
          <a:p>
            <a:pPr algn="ctr"/>
            <a:r>
              <a:rPr lang="en-GB" sz="3600" b="1">
                <a:solidFill>
                  <a:srgbClr val="C00000"/>
                </a:solidFill>
                <a:latin typeface="Times New Roman"/>
                <a:cs typeface="Times New Roman"/>
              </a:rPr>
              <a:t>Optimization details</a:t>
            </a:r>
            <a:endParaRPr lang="en-US" sz="3600">
              <a:solidFill>
                <a:srgbClr val="C00000"/>
              </a:solidFill>
              <a:latin typeface="Times New Roman"/>
              <a:cs typeface="Times New Roman"/>
            </a:endParaRPr>
          </a:p>
        </p:txBody>
      </p:sp>
      <p:sp>
        <p:nvSpPr>
          <p:cNvPr id="32" name="Rectangle 31"/>
          <p:cNvSpPr/>
          <p:nvPr/>
        </p:nvSpPr>
        <p:spPr>
          <a:xfrm>
            <a:off x="15066554" y="10424025"/>
            <a:ext cx="5857916" cy="646331"/>
          </a:xfrm>
          <a:prstGeom prst="rect">
            <a:avLst/>
          </a:prstGeom>
          <a:solidFill>
            <a:schemeClr val="accent3">
              <a:lumMod val="40000"/>
              <a:lumOff val="60000"/>
            </a:schemeClr>
          </a:solidFill>
        </p:spPr>
        <p:txBody>
          <a:bodyPr wrap="square" lIns="91440" tIns="45720" rIns="91440" bIns="45720" anchor="t">
            <a:spAutoFit/>
          </a:bodyPr>
          <a:lstStyle/>
          <a:p>
            <a:pPr algn="ctr"/>
            <a:r>
              <a:rPr lang="en-GB" sz="3600" b="1">
                <a:solidFill>
                  <a:srgbClr val="C00000"/>
                </a:solidFill>
                <a:latin typeface="Times New Roman"/>
                <a:cs typeface="Times New Roman"/>
              </a:rPr>
              <a:t>Conclusions</a:t>
            </a:r>
            <a:endParaRPr lang="en-US" sz="3600">
              <a:solidFill>
                <a:srgbClr val="C00000"/>
              </a:solidFill>
              <a:latin typeface="Times New Roman"/>
              <a:cs typeface="Times New Roman"/>
            </a:endParaRPr>
          </a:p>
        </p:txBody>
      </p:sp>
      <p:sp>
        <p:nvSpPr>
          <p:cNvPr id="33" name="Rectangle 32"/>
          <p:cNvSpPr/>
          <p:nvPr/>
        </p:nvSpPr>
        <p:spPr>
          <a:xfrm>
            <a:off x="31651" y="15087600"/>
            <a:ext cx="21396325" cy="838200"/>
          </a:xfrm>
          <a:prstGeom prst="rect">
            <a:avLst/>
          </a:prstGeom>
          <a:solidFill>
            <a:schemeClr val="accent3">
              <a:lumMod val="60000"/>
              <a:lumOff val="40000"/>
            </a:schemeClr>
          </a:solidFill>
          <a:ln>
            <a:solidFill>
              <a:schemeClr val="accent5">
                <a:lumMod val="20000"/>
                <a:lumOff val="80000"/>
              </a:schemeClr>
            </a:solidFill>
          </a:ln>
        </p:spPr>
        <p:style>
          <a:lnRef idx="1">
            <a:schemeClr val="accent2"/>
          </a:lnRef>
          <a:fillRef idx="3">
            <a:schemeClr val="accent2"/>
          </a:fillRef>
          <a:effectRef idx="2">
            <a:schemeClr val="accent2"/>
          </a:effectRef>
          <a:fontRef idx="minor">
            <a:schemeClr val="lt1"/>
          </a:fontRef>
        </p:style>
        <p:txBody>
          <a:bodyPr lIns="91440" tIns="45720" rIns="91440" bIns="45720" rtlCol="0" anchor="ctr"/>
          <a:lstStyle/>
          <a:p>
            <a:pPr algn="ctr"/>
            <a:r>
              <a:rPr lang="en-US" sz="2800" b="1">
                <a:solidFill>
                  <a:srgbClr val="C00000"/>
                </a:solidFill>
                <a:latin typeface="Times New Roman"/>
                <a:cs typeface="Times New Roman"/>
              </a:rPr>
              <a:t>Minor Project-2025-26</a:t>
            </a:r>
          </a:p>
        </p:txBody>
      </p:sp>
      <p:sp>
        <p:nvSpPr>
          <p:cNvPr id="8" name="TextBox 7"/>
          <p:cNvSpPr txBox="1"/>
          <p:nvPr/>
        </p:nvSpPr>
        <p:spPr>
          <a:xfrm>
            <a:off x="411162" y="6229287"/>
            <a:ext cx="184731" cy="723275"/>
          </a:xfrm>
          <a:prstGeom prst="rect">
            <a:avLst/>
          </a:prstGeom>
          <a:noFill/>
        </p:spPr>
        <p:txBody>
          <a:bodyPr wrap="none" rtlCol="0">
            <a:spAutoFit/>
          </a:bodyPr>
          <a:lstStyle/>
          <a:p>
            <a:endParaRPr lang="en-IN"/>
          </a:p>
        </p:txBody>
      </p:sp>
      <p:sp>
        <p:nvSpPr>
          <p:cNvPr id="16" name="TextBox 15"/>
          <p:cNvSpPr txBox="1"/>
          <p:nvPr/>
        </p:nvSpPr>
        <p:spPr>
          <a:xfrm>
            <a:off x="183379" y="9249624"/>
            <a:ext cx="6881592" cy="2327275"/>
          </a:xfrm>
          <a:prstGeom prst="rect">
            <a:avLst/>
          </a:prstGeom>
          <a:noFill/>
        </p:spPr>
        <p:txBody>
          <a:bodyPr wrap="square" lIns="91440" tIns="45720" rIns="91440" bIns="45720" rtlCol="0" anchor="t">
            <a:noAutofit/>
          </a:bodyPr>
          <a:lstStyle/>
          <a:p>
            <a:pPr algn="just"/>
            <a:endParaRPr lang="en-IN" sz="1600">
              <a:solidFill>
                <a:srgbClr val="000000"/>
              </a:solidFill>
              <a:latin typeface="Arial"/>
              <a:cs typeface="Arial"/>
            </a:endParaRPr>
          </a:p>
          <a:p>
            <a:pPr algn="just"/>
            <a:r>
              <a:rPr lang="en-IN" sz="1600">
                <a:solidFill>
                  <a:srgbClr val="000000"/>
                </a:solidFill>
                <a:latin typeface="Arial"/>
                <a:cs typeface="Arial"/>
              </a:rPr>
              <a:t>Developed a BLE-based indoor localization system using ESP32 and Bluetooth Low Energy beacons. Collected and processed RSSI fingerprints for real-time indoor positioning. Implemented signal preprocessing using Median Filter, Weighted Averaging, and Kalman Filter techniques. Trained and evaluated machine learning models for location prediction. Developed a Flask-based dashboard for real-time visualization of beacon signals, confidence scores, and predicted locations.</a:t>
            </a:r>
            <a:endParaRPr lang="en-US">
              <a:cs typeface="Arial"/>
            </a:endParaRPr>
          </a:p>
        </p:txBody>
      </p:sp>
      <p:sp>
        <p:nvSpPr>
          <p:cNvPr id="18" name="TextBox 17"/>
          <p:cNvSpPr txBox="1"/>
          <p:nvPr/>
        </p:nvSpPr>
        <p:spPr>
          <a:xfrm>
            <a:off x="15059360" y="3160571"/>
            <a:ext cx="6065619" cy="2308324"/>
          </a:xfrm>
          <a:prstGeom prst="rect">
            <a:avLst/>
          </a:prstGeom>
          <a:noFill/>
        </p:spPr>
        <p:txBody>
          <a:bodyPr wrap="square" lIns="91440" tIns="45720" rIns="91440" bIns="45720" rtlCol="0" anchor="t">
            <a:spAutoFit/>
          </a:bodyPr>
          <a:lstStyle/>
          <a:p>
            <a:r>
              <a:rPr lang="en-IN" sz="1800">
                <a:latin typeface="Arial"/>
                <a:cs typeface="Arial"/>
              </a:rPr>
              <a:t>Achieved 93.42% localization accuracy using the KNN algorithm.
Successfully identified Room101 and Room102 with 100% confidence.
RSSI filtering techniques significantly reduced signal noise and improved stability.
Enabled real-time indoor location prediction using low-cost ESP32 and BLE beacons.</a:t>
            </a:r>
            <a:endParaRPr lang="en-US">
              <a:cs typeface="Arial" panose="020B0604020202020204" pitchFamily="34" charset="0"/>
            </a:endParaRPr>
          </a:p>
        </p:txBody>
      </p:sp>
      <p:sp>
        <p:nvSpPr>
          <p:cNvPr id="20" name="TextBox 19"/>
          <p:cNvSpPr txBox="1"/>
          <p:nvPr/>
        </p:nvSpPr>
        <p:spPr>
          <a:xfrm>
            <a:off x="15118090" y="7246675"/>
            <a:ext cx="6009107" cy="2308324"/>
          </a:xfrm>
          <a:prstGeom prst="rect">
            <a:avLst/>
          </a:prstGeom>
          <a:noFill/>
        </p:spPr>
        <p:txBody>
          <a:bodyPr wrap="square" lIns="91440" tIns="45720" rIns="91440" bIns="45720" rtlCol="0" anchor="t">
            <a:spAutoFit/>
          </a:bodyPr>
          <a:lstStyle/>
          <a:p>
            <a:r>
              <a:rPr lang="en-IN" sz="1800">
                <a:latin typeface="Arial"/>
                <a:cs typeface="Arial"/>
              </a:rPr>
              <a:t>Applied Median, Weighted Average, and </a:t>
            </a:r>
            <a:r>
              <a:rPr lang="en-IN" sz="1800" err="1">
                <a:latin typeface="Arial"/>
                <a:cs typeface="Arial"/>
              </a:rPr>
              <a:t>Kalman</a:t>
            </a:r>
            <a:r>
              <a:rPr lang="en-IN" sz="1800">
                <a:latin typeface="Arial"/>
                <a:cs typeface="Arial"/>
              </a:rPr>
              <a:t> Filters to minimize RSSI noise and improve signal stability.
Optimized KNN classifier (k = 3) to achieve accurate room-level localization.
Used Euclidean distance metric for efficient and reliable location prediction.
Implemented a real-time RSSI processing pipeline on low-cost ESP32 hardware for fast response..</a:t>
            </a:r>
            <a:endParaRPr lang="en-US">
              <a:latin typeface="Arial"/>
              <a:cs typeface="Arial"/>
            </a:endParaRPr>
          </a:p>
        </p:txBody>
      </p:sp>
      <p:sp>
        <p:nvSpPr>
          <p:cNvPr id="62" name="Rectangle 3"/>
          <p:cNvSpPr>
            <a:spLocks noGrp="1" noChangeArrowheads="1"/>
          </p:cNvSpPr>
          <p:nvPr>
            <p:ph type="subTitle" idx="1"/>
          </p:nvPr>
        </p:nvSpPr>
        <p:spPr bwMode="auto">
          <a:xfrm>
            <a:off x="185059" y="12082115"/>
            <a:ext cx="6934815" cy="294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r>
              <a:rPr lang="en-IN" sz="1600">
                <a:solidFill>
                  <a:schemeClr val="tx1"/>
                </a:solidFill>
                <a:latin typeface="Arial"/>
                <a:ea typeface="+mn-lt"/>
                <a:cs typeface="Arial"/>
              </a:rPr>
              <a:t>• Several researchers have proposed BLE-based indoor localization systems that utilize RSSI fingerprinting techniques for estimating user positions in indoor environments.</a:t>
            </a:r>
            <a:endParaRPr lang="en-US" sz="1600">
              <a:solidFill>
                <a:schemeClr val="tx1"/>
              </a:solidFill>
              <a:latin typeface="Arial"/>
              <a:ea typeface="+mn-lt"/>
              <a:cs typeface="Arial"/>
            </a:endParaRPr>
          </a:p>
          <a:p>
            <a:pPr algn="just"/>
            <a:r>
              <a:rPr lang="en-IN" sz="1600">
                <a:solidFill>
                  <a:schemeClr val="tx1"/>
                </a:solidFill>
                <a:latin typeface="Arial"/>
                <a:ea typeface="+mn-lt"/>
                <a:cs typeface="Arial"/>
              </a:rPr>
              <a:t>• Machine learning algorithms such as K-Nearest </a:t>
            </a:r>
            <a:r>
              <a:rPr lang="en-IN" sz="1600" err="1">
                <a:solidFill>
                  <a:schemeClr val="tx1"/>
                </a:solidFill>
                <a:latin typeface="Arial"/>
                <a:ea typeface="+mn-lt"/>
                <a:cs typeface="Arial"/>
              </a:rPr>
              <a:t>Neighbors</a:t>
            </a:r>
            <a:r>
              <a:rPr lang="en-IN" sz="1600">
                <a:solidFill>
                  <a:schemeClr val="tx1"/>
                </a:solidFill>
                <a:latin typeface="Arial"/>
                <a:ea typeface="+mn-lt"/>
                <a:cs typeface="Arial"/>
              </a:rPr>
              <a:t> (KNN), Support Vector Machines (SVM), and Random Forest have been widely employed to improve localization accuracy using RSSI measurements.</a:t>
            </a:r>
          </a:p>
          <a:p>
            <a:pPr algn="just"/>
            <a:r>
              <a:rPr lang="en-IN" sz="1600">
                <a:solidFill>
                  <a:schemeClr val="tx1"/>
                </a:solidFill>
                <a:latin typeface="Arial"/>
                <a:ea typeface="+mn-lt"/>
                <a:cs typeface="Arial"/>
              </a:rPr>
              <a:t>• Various signal preprocessing methods, including Median Filtering, Kalman Filtering, and Weighted Averaging, have been applied to reduce RSSI fluctuations caused by multipath propagation and environmental interference.</a:t>
            </a:r>
          </a:p>
          <a:p>
            <a:pPr algn="just"/>
            <a:endParaRPr lang="en-IN" sz="1600">
              <a:solidFill>
                <a:schemeClr val="tx1"/>
              </a:solidFill>
              <a:latin typeface="Arial"/>
              <a:ea typeface="+mn-lt"/>
              <a:cs typeface="Arial"/>
            </a:endParaRPr>
          </a:p>
        </p:txBody>
      </p:sp>
      <p:sp>
        <p:nvSpPr>
          <p:cNvPr id="4" name="TextBox 3">
            <a:extLst>
              <a:ext uri="{FF2B5EF4-FFF2-40B4-BE49-F238E27FC236}">
                <a16:creationId xmlns:a16="http://schemas.microsoft.com/office/drawing/2014/main" id="{789C0E1D-4AB1-584A-BE12-9AB4E87D90F3}"/>
              </a:ext>
            </a:extLst>
          </p:cNvPr>
          <p:cNvSpPr txBox="1"/>
          <p:nvPr/>
        </p:nvSpPr>
        <p:spPr>
          <a:xfrm>
            <a:off x="15396033" y="11505806"/>
            <a:ext cx="5626331" cy="2585323"/>
          </a:xfrm>
          <a:prstGeom prst="rect">
            <a:avLst/>
          </a:prstGeom>
          <a:noFill/>
        </p:spPr>
        <p:txBody>
          <a:bodyPr wrap="square" lIns="91440" tIns="45720" rIns="91440" bIns="45720" rtlCol="0" anchor="t">
            <a:spAutoFit/>
          </a:bodyPr>
          <a:lstStyle/>
          <a:p>
            <a:r>
              <a:rPr lang="en-IN" sz="1800" dirty="0">
                <a:latin typeface="Arial"/>
                <a:cs typeface="Arial"/>
              </a:rPr>
              <a:t>This project developed a real-time indoor localization system using BLE Beacon RSSI Fingerprinting and the KNN algorithm with ESP32 devices. By applying RSSI filtering techniques, signal noise was reduced and location prediction accuracy was improved. The system achieved 93.42% accuracy, demonstrating that BLE-based localization is a cost-effective and reliable solution for indoor navigation, asset tracking, and smart building applications.</a:t>
            </a:r>
          </a:p>
        </p:txBody>
      </p:sp>
      <p:pic>
        <p:nvPicPr>
          <p:cNvPr id="21" name="Picture 20">
            <a:extLst>
              <a:ext uri="{FF2B5EF4-FFF2-40B4-BE49-F238E27FC236}">
                <a16:creationId xmlns:a16="http://schemas.microsoft.com/office/drawing/2014/main" id="{B2B16F0C-DB9E-5D98-AE6A-DA363F33F7EF}"/>
              </a:ext>
            </a:extLst>
          </p:cNvPr>
          <p:cNvPicPr>
            <a:picLocks noChangeAspect="1"/>
          </p:cNvPicPr>
          <p:nvPr/>
        </p:nvPicPr>
        <p:blipFill>
          <a:blip r:embed="rId3"/>
          <a:srcRect l="-413" t="-3226" r="413" b="6452"/>
          <a:stretch>
            <a:fillRect/>
          </a:stretch>
        </p:blipFill>
        <p:spPr>
          <a:xfrm>
            <a:off x="7307082" y="2440612"/>
            <a:ext cx="7654710" cy="938080"/>
          </a:xfrm>
          <a:prstGeom prst="rect">
            <a:avLst/>
          </a:prstGeom>
        </p:spPr>
      </p:pic>
      <p:pic>
        <p:nvPicPr>
          <p:cNvPr id="2" name="Picture 1">
            <a:extLst>
              <a:ext uri="{FF2B5EF4-FFF2-40B4-BE49-F238E27FC236}">
                <a16:creationId xmlns:a16="http://schemas.microsoft.com/office/drawing/2014/main" id="{57A602C7-8E1F-F305-EA33-E7438276C8D1}"/>
              </a:ext>
            </a:extLst>
          </p:cNvPr>
          <p:cNvPicPr>
            <a:picLocks noChangeAspect="1"/>
          </p:cNvPicPr>
          <p:nvPr/>
        </p:nvPicPr>
        <p:blipFill>
          <a:blip r:embed="rId4"/>
          <a:stretch>
            <a:fillRect/>
          </a:stretch>
        </p:blipFill>
        <p:spPr>
          <a:xfrm>
            <a:off x="7919779" y="4023245"/>
            <a:ext cx="6147298" cy="3520670"/>
          </a:xfrm>
          <a:prstGeom prst="rect">
            <a:avLst/>
          </a:prstGeom>
        </p:spPr>
      </p:pic>
      <p:pic>
        <p:nvPicPr>
          <p:cNvPr id="6" name="Picture 5">
            <a:extLst>
              <a:ext uri="{FF2B5EF4-FFF2-40B4-BE49-F238E27FC236}">
                <a16:creationId xmlns:a16="http://schemas.microsoft.com/office/drawing/2014/main" id="{B800BC53-5CD7-3DFC-E229-A161AD7DC7E3}"/>
              </a:ext>
            </a:extLst>
          </p:cNvPr>
          <p:cNvPicPr>
            <a:picLocks noChangeAspect="1"/>
          </p:cNvPicPr>
          <p:nvPr/>
        </p:nvPicPr>
        <p:blipFill>
          <a:blip r:embed="rId5"/>
          <a:stretch>
            <a:fillRect/>
          </a:stretch>
        </p:blipFill>
        <p:spPr>
          <a:xfrm>
            <a:off x="7495953" y="9486900"/>
            <a:ext cx="7429279" cy="5006340"/>
          </a:xfrm>
          <a:prstGeom prst="rect">
            <a:avLst/>
          </a:prstGeom>
        </p:spPr>
      </p:pic>
      <p:pic>
        <p:nvPicPr>
          <p:cNvPr id="7" name="Picture 6" descr="A black text on a black background&#10;&#10;AI-generated content may be incorrect.">
            <a:extLst>
              <a:ext uri="{FF2B5EF4-FFF2-40B4-BE49-F238E27FC236}">
                <a16:creationId xmlns:a16="http://schemas.microsoft.com/office/drawing/2014/main" id="{B470DCAE-6839-D9D5-368B-1AE2A30D8F53}"/>
              </a:ext>
            </a:extLst>
          </p:cNvPr>
          <p:cNvPicPr>
            <a:picLocks noChangeAspect="1"/>
          </p:cNvPicPr>
          <p:nvPr/>
        </p:nvPicPr>
        <p:blipFill>
          <a:blip r:embed="rId6"/>
          <a:stretch>
            <a:fillRect/>
          </a:stretch>
        </p:blipFill>
        <p:spPr>
          <a:xfrm>
            <a:off x="157156" y="358176"/>
            <a:ext cx="7020612" cy="1685960"/>
          </a:xfrm>
          <a:prstGeom prst="rect">
            <a:avLst/>
          </a:prstGeom>
        </p:spPr>
      </p:pic>
      <p:sp>
        <p:nvSpPr>
          <p:cNvPr id="9" name="TextBox 8">
            <a:extLst>
              <a:ext uri="{FF2B5EF4-FFF2-40B4-BE49-F238E27FC236}">
                <a16:creationId xmlns:a16="http://schemas.microsoft.com/office/drawing/2014/main" id="{22C9444D-74A5-BEAB-D6A2-92FE192169EE}"/>
              </a:ext>
            </a:extLst>
          </p:cNvPr>
          <p:cNvSpPr txBox="1"/>
          <p:nvPr/>
        </p:nvSpPr>
        <p:spPr>
          <a:xfrm>
            <a:off x="251226" y="3129669"/>
            <a:ext cx="6807255"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latin typeface="Arial"/>
                <a:cs typeface="Arial"/>
              </a:rPr>
              <a:t>Accurate indoor human localization remains a challenging task because GPS signals are unreliable inside buildings due to attenuation, multipath propagation, and signal reflections. Variations in wireless signal strength further affect positioning accuracy. Therefore, there is a need for a low-cost and reliable indoor localization system capable of providing real-time location estimation in indoor environments.</a:t>
            </a:r>
          </a:p>
        </p:txBody>
      </p:sp>
      <p:sp>
        <p:nvSpPr>
          <p:cNvPr id="10" name="TextBox 9">
            <a:extLst>
              <a:ext uri="{FF2B5EF4-FFF2-40B4-BE49-F238E27FC236}">
                <a16:creationId xmlns:a16="http://schemas.microsoft.com/office/drawing/2014/main" id="{8D9D3A4E-02E7-1317-C567-533E403C0DF5}"/>
              </a:ext>
            </a:extLst>
          </p:cNvPr>
          <p:cNvSpPr txBox="1"/>
          <p:nvPr/>
        </p:nvSpPr>
        <p:spPr>
          <a:xfrm>
            <a:off x="191491" y="5743026"/>
            <a:ext cx="6889848"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endParaRPr lang="en-US" sz="1600">
              <a:latin typeface="Arial"/>
              <a:cs typeface="Arial"/>
            </a:endParaRPr>
          </a:p>
          <a:p>
            <a:pPr marL="285750" indent="-285750">
              <a:buFont typeface="Arial"/>
              <a:buChar char="•"/>
            </a:pPr>
            <a:r>
              <a:rPr lang="en-US" sz="1600">
                <a:latin typeface="Arial"/>
                <a:cs typeface="Arial"/>
              </a:rPr>
              <a:t>To develop a low-cost indoor localization system using BLE beacons and an ESP32 scanner for real-time position estimation.</a:t>
            </a:r>
            <a:r>
              <a:rPr lang="en-US" sz="1600" dirty="0">
                <a:latin typeface="Arial"/>
                <a:cs typeface="Arial"/>
              </a:rPr>
              <a:t> </a:t>
            </a:r>
            <a:endParaRPr lang="en-US"/>
          </a:p>
          <a:p>
            <a:pPr marL="285750" indent="-285750">
              <a:buFont typeface="Arial"/>
              <a:buChar char="•"/>
            </a:pPr>
            <a:r>
              <a:rPr lang="en-US" sz="1600">
                <a:latin typeface="Arial"/>
                <a:cs typeface="Arial"/>
              </a:rPr>
              <a:t>To collect and preprocess RSSI signals using Median Filtering, Weighted Averaging, and Kalman Filtering techniques to improve signal stability and reduce noise.</a:t>
            </a:r>
            <a:r>
              <a:rPr lang="en-US" sz="1600" dirty="0">
                <a:latin typeface="Arial"/>
                <a:cs typeface="Arial"/>
              </a:rPr>
              <a:t> </a:t>
            </a:r>
          </a:p>
          <a:p>
            <a:pPr marL="285750" indent="-285750">
              <a:buFont typeface="Arial"/>
              <a:buChar char="•"/>
            </a:pPr>
            <a:r>
              <a:rPr lang="en-US" sz="1600">
                <a:latin typeface="Arial"/>
                <a:cs typeface="Arial"/>
              </a:rPr>
              <a:t>To design and train a K-Nearest Neighbors (KNN) machine learning model for predicting indoor locations such as Room101, Room102, and Corridor based on RSSI fingerprints.</a:t>
            </a:r>
            <a:r>
              <a:rPr lang="en-US" sz="1600" dirty="0">
                <a:latin typeface="Arial"/>
                <a:cs typeface="Arial"/>
              </a:rPr>
              <a:t> </a:t>
            </a:r>
          </a:p>
          <a:p>
            <a:pPr marL="285750" indent="-285750">
              <a:buFont typeface="Arial"/>
              <a:buChar char="•"/>
            </a:pPr>
            <a:r>
              <a:rPr lang="en-US" sz="1600">
                <a:latin typeface="Arial"/>
                <a:cs typeface="Arial"/>
              </a:rPr>
              <a:t>To develop a Flask-based real-time dashboard for monitoring RSSI values, location predictions, confidence scores, and status.</a:t>
            </a:r>
          </a:p>
          <a:p>
            <a:pPr algn="l"/>
            <a:endParaRPr lang="en-US" sz="1600">
              <a:cs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aesplancopy.co.uk</dc:creator>
  <cp:revision>245</cp:revision>
  <dcterms:created xsi:type="dcterms:W3CDTF">2009-07-23T11:11:00Z</dcterms:created>
  <dcterms:modified xsi:type="dcterms:W3CDTF">2026-06-10T09:08:25Z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270218438F1F4CDCA643F04ABEFE1EA9_12</vt:lpwstr>
  </property>
  <property fmtid="{D5CDD505-2E9C-101B-9397-08002B2CF9AE}" pid="3" name="KSOProductBuildVer">
    <vt:lpwstr>1033-12.2.0.19307</vt:lpwstr>
  </property>
</Properties>
</file>