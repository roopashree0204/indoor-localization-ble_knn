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44612-A75E-BDBE-C3B7-869EF66FE957}" v="24" dt="2026-03-10T06:59:00.971"/>
    <p1510:client id="{0CF51B97-E374-0272-27E4-ACE2B1AC788A}" v="261" dt="2026-03-09T15:52:30.318"/>
    <p1510:client id="{314C8BF2-7FE6-1747-565B-0113890DA867}" v="4" dt="2026-03-10T06:28:43.374"/>
    <p1510:client id="{49CAF290-9651-841E-6C71-1EB57C107284}" v="154" dt="2026-03-09T16:28:36.612"/>
    <p1510:client id="{798C891E-3BC9-E547-673C-C17C7ACDB798}" v="3" dt="2026-03-09T17:37:25.333"/>
    <p1510:client id="{9945CC62-7D2E-4B1E-B7B1-33896AF39562}" v="30" dt="2026-03-10T08:03:32.599"/>
    <p1510:client id="{A3739249-9A61-D15F-C6B8-9BE52B696AFE}" v="4" dt="2026-03-10T09:14:02.438"/>
    <p1510:client id="{D39262DD-B606-3C3B-B957-E13B9CB8890B}" v="412" dt="2026-03-09T17:47:26.868"/>
    <p1510:client id="{F193D945-CEC3-EF2B-B48C-168ADABAEDD1}" v="12" dt="2026-03-09T15:10:14.888"/>
    <p1510:client id="{F47B2B3D-1C63-3013-B0E5-BB538D88998E}" v="20" dt="2026-03-09T15:56:47.034"/>
    <p1510:client id="{F6E276ED-7B88-7B49-2D8B-3F9B51340876}" v="249" dt="2026-03-09T15:24:05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4844612-A75E-BDBE-C3B7-869EF66FE957}"/>
    <pc:docChg chg="modSld">
      <pc:chgData name="Guest User" userId="" providerId="Windows Live" clId="Web-{04844612-A75E-BDBE-C3B7-869EF66FE957}" dt="2026-03-10T06:59:00.971" v="21" actId="20577"/>
      <pc:docMkLst>
        <pc:docMk/>
      </pc:docMkLst>
      <pc:sldChg chg="modSp">
        <pc:chgData name="Guest User" userId="" providerId="Windows Live" clId="Web-{04844612-A75E-BDBE-C3B7-869EF66FE957}" dt="2026-03-10T06:59:00.971" v="21" actId="20577"/>
        <pc:sldMkLst>
          <pc:docMk/>
          <pc:sldMk cId="3029927073" sldId="256"/>
        </pc:sldMkLst>
        <pc:spChg chg="mod">
          <ac:chgData name="Guest User" userId="" providerId="Windows Live" clId="Web-{04844612-A75E-BDBE-C3B7-869EF66FE957}" dt="2026-03-10T06:56:28.515" v="8" actId="20577"/>
          <ac:spMkLst>
            <pc:docMk/>
            <pc:sldMk cId="3029927073" sldId="256"/>
            <ac:spMk id="32" creationId="{00000000-0000-0000-0000-000000000000}"/>
          </ac:spMkLst>
        </pc:spChg>
        <pc:spChg chg="mod">
          <ac:chgData name="Guest User" userId="" providerId="Windows Live" clId="Web-{04844612-A75E-BDBE-C3B7-869EF66FE957}" dt="2026-03-10T06:59:00.971" v="21" actId="20577"/>
          <ac:spMkLst>
            <pc:docMk/>
            <pc:sldMk cId="3029927073" sldId="256"/>
            <ac:spMk id="33" creationId="{00000000-0000-0000-0000-000000000000}"/>
          </ac:spMkLst>
        </pc:spChg>
        <pc:spChg chg="mod">
          <ac:chgData name="Guest User" userId="" providerId="Windows Live" clId="Web-{04844612-A75E-BDBE-C3B7-869EF66FE957}" dt="2026-03-10T06:57:53.485" v="18" actId="1076"/>
          <ac:spMkLst>
            <pc:docMk/>
            <pc:sldMk cId="3029927073" sldId="256"/>
            <ac:spMk id="34" creationId="{00000000-0000-0000-0000-000000000000}"/>
          </ac:spMkLst>
        </pc:spChg>
      </pc:sldChg>
    </pc:docChg>
  </pc:docChgLst>
  <pc:docChgLst>
    <pc:chgData name="Guest User" providerId="Windows Live" clId="Web-{A3739249-9A61-D15F-C6B8-9BE52B696AFE}"/>
    <pc:docChg chg="modSld">
      <pc:chgData name="Guest User" userId="" providerId="Windows Live" clId="Web-{A3739249-9A61-D15F-C6B8-9BE52B696AFE}" dt="2026-03-10T09:14:02.438" v="1" actId="20577"/>
      <pc:docMkLst>
        <pc:docMk/>
      </pc:docMkLst>
      <pc:sldChg chg="modSp">
        <pc:chgData name="Guest User" userId="" providerId="Windows Live" clId="Web-{A3739249-9A61-D15F-C6B8-9BE52B696AFE}" dt="2026-03-10T09:14:02.438" v="1" actId="20577"/>
        <pc:sldMkLst>
          <pc:docMk/>
          <pc:sldMk cId="3029927073" sldId="256"/>
        </pc:sldMkLst>
        <pc:spChg chg="mod">
          <ac:chgData name="Guest User" userId="" providerId="Windows Live" clId="Web-{A3739249-9A61-D15F-C6B8-9BE52B696AFE}" dt="2026-03-10T09:14:02.438" v="1" actId="20577"/>
          <ac:spMkLst>
            <pc:docMk/>
            <pc:sldMk cId="3029927073" sldId="256"/>
            <ac:spMk id="29" creationId="{00000000-0000-0000-0000-000000000000}"/>
          </ac:spMkLst>
        </pc:spChg>
      </pc:sldChg>
    </pc:docChg>
  </pc:docChgLst>
  <pc:docChgLst>
    <pc:chgData name="Guest User" providerId="Windows Live" clId="Web-{49CAF290-9651-841E-6C71-1EB57C107284}"/>
    <pc:docChg chg="modSld">
      <pc:chgData name="Guest User" userId="" providerId="Windows Live" clId="Web-{49CAF290-9651-841E-6C71-1EB57C107284}" dt="2026-03-09T16:28:36.612" v="106" actId="14100"/>
      <pc:docMkLst>
        <pc:docMk/>
      </pc:docMkLst>
      <pc:sldChg chg="modSp">
        <pc:chgData name="Guest User" userId="" providerId="Windows Live" clId="Web-{49CAF290-9651-841E-6C71-1EB57C107284}" dt="2026-03-09T16:28:36.612" v="106" actId="14100"/>
        <pc:sldMkLst>
          <pc:docMk/>
          <pc:sldMk cId="3029927073" sldId="256"/>
        </pc:sldMkLst>
        <pc:spChg chg="mod">
          <ac:chgData name="Guest User" userId="" providerId="Windows Live" clId="Web-{49CAF290-9651-841E-6C71-1EB57C107284}" dt="2026-03-09T16:23:34.198" v="76" actId="20577"/>
          <ac:spMkLst>
            <pc:docMk/>
            <pc:sldMk cId="3029927073" sldId="256"/>
            <ac:spMk id="29" creationId="{00000000-0000-0000-0000-000000000000}"/>
          </ac:spMkLst>
        </pc:spChg>
        <pc:spChg chg="mod">
          <ac:chgData name="Guest User" userId="" providerId="Windows Live" clId="Web-{49CAF290-9651-841E-6C71-1EB57C107284}" dt="2026-03-09T16:24:22.699" v="83" actId="20577"/>
          <ac:spMkLst>
            <pc:docMk/>
            <pc:sldMk cId="3029927073" sldId="256"/>
            <ac:spMk id="30" creationId="{00000000-0000-0000-0000-000000000000}"/>
          </ac:spMkLst>
        </pc:spChg>
        <pc:spChg chg="mod">
          <ac:chgData name="Guest User" userId="" providerId="Windows Live" clId="Web-{49CAF290-9651-841E-6C71-1EB57C107284}" dt="2026-03-09T16:24:29.278" v="84" actId="20577"/>
          <ac:spMkLst>
            <pc:docMk/>
            <pc:sldMk cId="3029927073" sldId="256"/>
            <ac:spMk id="31" creationId="{00000000-0000-0000-0000-000000000000}"/>
          </ac:spMkLst>
        </pc:spChg>
        <pc:spChg chg="mod">
          <ac:chgData name="Guest User" userId="" providerId="Windows Live" clId="Web-{49CAF290-9651-841E-6C71-1EB57C107284}" dt="2026-03-09T16:24:35.762" v="85" actId="20577"/>
          <ac:spMkLst>
            <pc:docMk/>
            <pc:sldMk cId="3029927073" sldId="256"/>
            <ac:spMk id="32" creationId="{00000000-0000-0000-0000-000000000000}"/>
          </ac:spMkLst>
        </pc:spChg>
        <pc:spChg chg="mod">
          <ac:chgData name="Guest User" userId="" providerId="Windows Live" clId="Web-{49CAF290-9651-841E-6C71-1EB57C107284}" dt="2026-03-09T16:26:47.969" v="95" actId="20577"/>
          <ac:spMkLst>
            <pc:docMk/>
            <pc:sldMk cId="3029927073" sldId="256"/>
            <ac:spMk id="33" creationId="{00000000-0000-0000-0000-000000000000}"/>
          </ac:spMkLst>
        </pc:spChg>
        <pc:spChg chg="mod">
          <ac:chgData name="Guest User" userId="" providerId="Windows Live" clId="Web-{49CAF290-9651-841E-6C71-1EB57C107284}" dt="2026-03-09T16:25:16.435" v="89" actId="20577"/>
          <ac:spMkLst>
            <pc:docMk/>
            <pc:sldMk cId="3029927073" sldId="256"/>
            <ac:spMk id="34" creationId="{00000000-0000-0000-0000-000000000000}"/>
          </ac:spMkLst>
        </pc:spChg>
        <pc:spChg chg="mod">
          <ac:chgData name="Guest User" userId="" providerId="Windows Live" clId="Web-{49CAF290-9651-841E-6C71-1EB57C107284}" dt="2026-03-09T16:25:22.076" v="90" actId="20577"/>
          <ac:spMkLst>
            <pc:docMk/>
            <pc:sldMk cId="3029927073" sldId="256"/>
            <ac:spMk id="35" creationId="{00000000-0000-0000-0000-000000000000}"/>
          </ac:spMkLst>
        </pc:spChg>
        <pc:spChg chg="mod">
          <ac:chgData name="Guest User" userId="" providerId="Windows Live" clId="Web-{49CAF290-9651-841E-6C71-1EB57C107284}" dt="2026-03-09T16:25:28.154" v="91" actId="20577"/>
          <ac:spMkLst>
            <pc:docMk/>
            <pc:sldMk cId="3029927073" sldId="256"/>
            <ac:spMk id="36" creationId="{00000000-0000-0000-0000-000000000000}"/>
          </ac:spMkLst>
        </pc:spChg>
        <pc:spChg chg="mod">
          <ac:chgData name="Guest User" userId="" providerId="Windows Live" clId="Web-{49CAF290-9651-841E-6C71-1EB57C107284}" dt="2026-03-09T16:27:34.986" v="101" actId="20577"/>
          <ac:spMkLst>
            <pc:docMk/>
            <pc:sldMk cId="3029927073" sldId="256"/>
            <ac:spMk id="42" creationId="{00000000-0000-0000-0000-000000000000}"/>
          </ac:spMkLst>
        </pc:spChg>
        <pc:spChg chg="mod">
          <ac:chgData name="Guest User" userId="" providerId="Windows Live" clId="Web-{49CAF290-9651-841E-6C71-1EB57C107284}" dt="2026-03-09T16:27:24.735" v="99" actId="20577"/>
          <ac:spMkLst>
            <pc:docMk/>
            <pc:sldMk cId="3029927073" sldId="256"/>
            <ac:spMk id="43" creationId="{00000000-0000-0000-0000-000000000000}"/>
          </ac:spMkLst>
        </pc:spChg>
        <pc:spChg chg="mod">
          <ac:chgData name="Guest User" userId="" providerId="Windows Live" clId="Web-{49CAF290-9651-841E-6C71-1EB57C107284}" dt="2026-03-09T16:28:00.658" v="104" actId="20577"/>
          <ac:spMkLst>
            <pc:docMk/>
            <pc:sldMk cId="3029927073" sldId="256"/>
            <ac:spMk id="44" creationId="{00000000-0000-0000-0000-000000000000}"/>
          </ac:spMkLst>
        </pc:spChg>
        <pc:spChg chg="mod">
          <ac:chgData name="Guest User" userId="" providerId="Windows Live" clId="Web-{49CAF290-9651-841E-6C71-1EB57C107284}" dt="2026-03-09T16:28:36.612" v="106" actId="14100"/>
          <ac:spMkLst>
            <pc:docMk/>
            <pc:sldMk cId="3029927073" sldId="256"/>
            <ac:spMk id="45" creationId="{00000000-0000-0000-0000-000000000000}"/>
          </ac:spMkLst>
        </pc:spChg>
        <pc:spChg chg="mod">
          <ac:chgData name="Guest User" userId="" providerId="Windows Live" clId="Web-{49CAF290-9651-841E-6C71-1EB57C107284}" dt="2026-03-09T16:23:45.042" v="77" actId="20577"/>
          <ac:spMkLst>
            <pc:docMk/>
            <pc:sldMk cId="3029927073" sldId="256"/>
            <ac:spMk id="47" creationId="{00000000-0000-0000-0000-000000000000}"/>
          </ac:spMkLst>
        </pc:spChg>
        <pc:spChg chg="mod">
          <ac:chgData name="Guest User" userId="" providerId="Windows Live" clId="Web-{49CAF290-9651-841E-6C71-1EB57C107284}" dt="2026-03-09T16:23:52.261" v="78" actId="20577"/>
          <ac:spMkLst>
            <pc:docMk/>
            <pc:sldMk cId="3029927073" sldId="256"/>
            <ac:spMk id="48" creationId="{00000000-0000-0000-0000-000000000000}"/>
          </ac:spMkLst>
        </pc:spChg>
        <pc:picChg chg="mod">
          <ac:chgData name="Guest User" userId="" providerId="Windows Live" clId="Web-{49CAF290-9651-841E-6C71-1EB57C107284}" dt="2026-03-09T16:07:28.281" v="23" actId="14100"/>
          <ac:picMkLst>
            <pc:docMk/>
            <pc:sldMk cId="3029927073" sldId="256"/>
            <ac:picMk id="49" creationId="{00000000-0000-0000-0000-000000000000}"/>
          </ac:picMkLst>
        </pc:picChg>
      </pc:sldChg>
    </pc:docChg>
  </pc:docChgLst>
  <pc:docChgLst>
    <pc:chgData name="Guest User" providerId="Windows Live" clId="Web-{314C8BF2-7FE6-1747-565B-0113890DA867}"/>
    <pc:docChg chg="modSld">
      <pc:chgData name="Guest User" userId="" providerId="Windows Live" clId="Web-{314C8BF2-7FE6-1747-565B-0113890DA867}" dt="2026-03-10T06:28:43.374" v="1" actId="20577"/>
      <pc:docMkLst>
        <pc:docMk/>
      </pc:docMkLst>
      <pc:sldChg chg="modSp">
        <pc:chgData name="Guest User" userId="" providerId="Windows Live" clId="Web-{314C8BF2-7FE6-1747-565B-0113890DA867}" dt="2026-03-10T06:28:43.374" v="1" actId="20577"/>
        <pc:sldMkLst>
          <pc:docMk/>
          <pc:sldMk cId="3029927073" sldId="256"/>
        </pc:sldMkLst>
        <pc:spChg chg="mod">
          <ac:chgData name="Guest User" userId="" providerId="Windows Live" clId="Web-{314C8BF2-7FE6-1747-565B-0113890DA867}" dt="2026-03-10T06:28:43.374" v="1" actId="20577"/>
          <ac:spMkLst>
            <pc:docMk/>
            <pc:sldMk cId="3029927073" sldId="256"/>
            <ac:spMk id="35" creationId="{00000000-0000-0000-0000-000000000000}"/>
          </ac:spMkLst>
        </pc:spChg>
        <pc:spChg chg="mod">
          <ac:chgData name="Guest User" userId="" providerId="Windows Live" clId="Web-{314C8BF2-7FE6-1747-565B-0113890DA867}" dt="2026-03-10T06:27:31.056" v="0" actId="20577"/>
          <ac:spMkLst>
            <pc:docMk/>
            <pc:sldMk cId="3029927073" sldId="256"/>
            <ac:spMk id="42" creationId="{00000000-0000-0000-0000-000000000000}"/>
          </ac:spMkLst>
        </pc:spChg>
      </pc:sldChg>
    </pc:docChg>
  </pc:docChgLst>
  <pc:docChgLst>
    <pc:chgData name="Guest User" providerId="Windows Live" clId="Web-{798C891E-3BC9-E547-673C-C17C7ACDB798}"/>
    <pc:docChg chg="modSld">
      <pc:chgData name="Guest User" userId="" providerId="Windows Live" clId="Web-{798C891E-3BC9-E547-673C-C17C7ACDB798}" dt="2026-03-09T17:37:25.333" v="1" actId="14100"/>
      <pc:docMkLst>
        <pc:docMk/>
      </pc:docMkLst>
      <pc:sldChg chg="modSp">
        <pc:chgData name="Guest User" userId="" providerId="Windows Live" clId="Web-{798C891E-3BC9-E547-673C-C17C7ACDB798}" dt="2026-03-09T17:37:25.333" v="1" actId="14100"/>
        <pc:sldMkLst>
          <pc:docMk/>
          <pc:sldMk cId="3029927073" sldId="256"/>
        </pc:sldMkLst>
        <pc:picChg chg="mod">
          <ac:chgData name="Guest User" userId="" providerId="Windows Live" clId="Web-{798C891E-3BC9-E547-673C-C17C7ACDB798}" dt="2026-03-09T17:37:25.333" v="1" actId="14100"/>
          <ac:picMkLst>
            <pc:docMk/>
            <pc:sldMk cId="3029927073" sldId="256"/>
            <ac:picMk id="46" creationId="{00000000-0000-0000-0000-000000000000}"/>
          </ac:picMkLst>
        </pc:picChg>
      </pc:sldChg>
    </pc:docChg>
  </pc:docChgLst>
  <pc:docChgLst>
    <pc:chgData name="Guest User" providerId="Windows Live" clId="Web-{9945CC62-7D2E-4B1E-B7B1-33896AF39562}"/>
    <pc:docChg chg="modSld">
      <pc:chgData name="Guest User" userId="" providerId="Windows Live" clId="Web-{9945CC62-7D2E-4B1E-B7B1-33896AF39562}" dt="2026-03-10T08:03:32.599" v="26" actId="14100"/>
      <pc:docMkLst>
        <pc:docMk/>
      </pc:docMkLst>
      <pc:sldChg chg="addSp delSp modSp">
        <pc:chgData name="Guest User" userId="" providerId="Windows Live" clId="Web-{9945CC62-7D2E-4B1E-B7B1-33896AF39562}" dt="2026-03-10T08:03:32.599" v="26" actId="14100"/>
        <pc:sldMkLst>
          <pc:docMk/>
          <pc:sldMk cId="3029927073" sldId="256"/>
        </pc:sldMkLst>
        <pc:spChg chg="mod">
          <ac:chgData name="Guest User" userId="" providerId="Windows Live" clId="Web-{9945CC62-7D2E-4B1E-B7B1-33896AF39562}" dt="2026-03-10T08:03:23.693" v="25" actId="20577"/>
          <ac:spMkLst>
            <pc:docMk/>
            <pc:sldMk cId="3029927073" sldId="256"/>
            <ac:spMk id="42" creationId="{00000000-0000-0000-0000-000000000000}"/>
          </ac:spMkLst>
        </pc:spChg>
        <pc:picChg chg="add del mod">
          <ac:chgData name="Guest User" userId="" providerId="Windows Live" clId="Web-{9945CC62-7D2E-4B1E-B7B1-33896AF39562}" dt="2026-03-10T07:58:41.939" v="4"/>
          <ac:picMkLst>
            <pc:docMk/>
            <pc:sldMk cId="3029927073" sldId="256"/>
            <ac:picMk id="2" creationId="{BC59ADCE-A731-6236-D4D3-21E7FB84414B}"/>
          </ac:picMkLst>
        </pc:picChg>
        <pc:picChg chg="add del mod">
          <ac:chgData name="Guest User" userId="" providerId="Windows Live" clId="Web-{9945CC62-7D2E-4B1E-B7B1-33896AF39562}" dt="2026-03-10T08:02:26.177" v="12"/>
          <ac:picMkLst>
            <pc:docMk/>
            <pc:sldMk cId="3029927073" sldId="256"/>
            <ac:picMk id="3" creationId="{73FA7C9C-C13C-C43D-4745-F2C762F116CF}"/>
          </ac:picMkLst>
        </pc:picChg>
        <pc:picChg chg="add mod">
          <ac:chgData name="Guest User" userId="" providerId="Windows Live" clId="Web-{9945CC62-7D2E-4B1E-B7B1-33896AF39562}" dt="2026-03-10T08:03:32.599" v="26" actId="14100"/>
          <ac:picMkLst>
            <pc:docMk/>
            <pc:sldMk cId="3029927073" sldId="256"/>
            <ac:picMk id="4" creationId="{BCD7AF0E-6993-DDA1-E5AF-F76E52087656}"/>
          </ac:picMkLst>
        </pc:picChg>
        <pc:picChg chg="del">
          <ac:chgData name="Guest User" userId="" providerId="Windows Live" clId="Web-{9945CC62-7D2E-4B1E-B7B1-33896AF39562}" dt="2026-03-10T07:45:14.599" v="0"/>
          <ac:picMkLst>
            <pc:docMk/>
            <pc:sldMk cId="3029927073" sldId="256"/>
            <ac:picMk id="49" creationId="{00000000-0000-0000-0000-000000000000}"/>
          </ac:picMkLst>
        </pc:picChg>
      </pc:sldChg>
    </pc:docChg>
  </pc:docChgLst>
  <pc:docChgLst>
    <pc:chgData name="Guest User" providerId="Windows Live" clId="Web-{D39262DD-B606-3C3B-B957-E13B9CB8890B}"/>
    <pc:docChg chg="mod modSld addMainMaster delMainMaster">
      <pc:chgData name="Guest User" userId="" providerId="Windows Live" clId="Web-{D39262DD-B606-3C3B-B957-E13B9CB8890B}" dt="2026-03-09T17:47:26.868" v="280" actId="1076"/>
      <pc:docMkLst>
        <pc:docMk/>
      </pc:docMkLst>
      <pc:sldChg chg="addSp delSp modSp mod setBg modClrScheme chgLayout">
        <pc:chgData name="Guest User" userId="" providerId="Windows Live" clId="Web-{D39262DD-B606-3C3B-B957-E13B9CB8890B}" dt="2026-03-09T17:47:26.868" v="280" actId="1076"/>
        <pc:sldMkLst>
          <pc:docMk/>
          <pc:sldMk cId="3029927073" sldId="256"/>
        </pc:sldMkLst>
        <pc:spChg chg="add del mod">
          <ac:chgData name="Guest User" userId="" providerId="Windows Live" clId="Web-{D39262DD-B606-3C3B-B957-E13B9CB8890B}" dt="2026-03-09T17:03:56.950" v="216" actId="20577"/>
          <ac:spMkLst>
            <pc:docMk/>
            <pc:sldMk cId="3029927073" sldId="256"/>
            <ac:spMk id="29" creationId="{00000000-0000-0000-0000-000000000000}"/>
          </ac:spMkLst>
        </pc:spChg>
        <pc:spChg chg="add del mod">
          <ac:chgData name="Guest User" userId="" providerId="Windows Live" clId="Web-{D39262DD-B606-3C3B-B957-E13B9CB8890B}" dt="2026-03-09T17:46:00.625" v="271" actId="20577"/>
          <ac:spMkLst>
            <pc:docMk/>
            <pc:sldMk cId="3029927073" sldId="256"/>
            <ac:spMk id="30" creationId="{00000000-0000-0000-0000-000000000000}"/>
          </ac:spMkLst>
        </pc:spChg>
        <pc:spChg chg="mod">
          <ac:chgData name="Guest User" userId="" providerId="Windows Live" clId="Web-{D39262DD-B606-3C3B-B957-E13B9CB8890B}" dt="2026-03-09T16:53:44.980" v="118" actId="1076"/>
          <ac:spMkLst>
            <pc:docMk/>
            <pc:sldMk cId="3029927073" sldId="256"/>
            <ac:spMk id="31" creationId="{00000000-0000-0000-0000-000000000000}"/>
          </ac:spMkLst>
        </pc:spChg>
        <pc:spChg chg="mod">
          <ac:chgData name="Guest User" userId="" providerId="Windows Live" clId="Web-{D39262DD-B606-3C3B-B957-E13B9CB8890B}" dt="2026-03-09T16:53:35.011" v="117" actId="1076"/>
          <ac:spMkLst>
            <pc:docMk/>
            <pc:sldMk cId="3029927073" sldId="256"/>
            <ac:spMk id="32" creationId="{00000000-0000-0000-0000-000000000000}"/>
          </ac:spMkLst>
        </pc:spChg>
        <pc:spChg chg="mod">
          <ac:chgData name="Guest User" userId="" providerId="Windows Live" clId="Web-{D39262DD-B606-3C3B-B957-E13B9CB8890B}" dt="2026-03-09T16:54:38.843" v="123" actId="1076"/>
          <ac:spMkLst>
            <pc:docMk/>
            <pc:sldMk cId="3029927073" sldId="256"/>
            <ac:spMk id="33" creationId="{00000000-0000-0000-0000-000000000000}"/>
          </ac:spMkLst>
        </pc:spChg>
        <pc:spChg chg="mod">
          <ac:chgData name="Guest User" userId="" providerId="Windows Live" clId="Web-{D39262DD-B606-3C3B-B957-E13B9CB8890B}" dt="2026-03-09T17:01:45.198" v="191" actId="1076"/>
          <ac:spMkLst>
            <pc:docMk/>
            <pc:sldMk cId="3029927073" sldId="256"/>
            <ac:spMk id="34" creationId="{00000000-0000-0000-0000-000000000000}"/>
          </ac:spMkLst>
        </pc:spChg>
        <pc:spChg chg="mod">
          <ac:chgData name="Guest User" userId="" providerId="Windows Live" clId="Web-{D39262DD-B606-3C3B-B957-E13B9CB8890B}" dt="2026-03-09T17:01:52.464" v="192" actId="1076"/>
          <ac:spMkLst>
            <pc:docMk/>
            <pc:sldMk cId="3029927073" sldId="256"/>
            <ac:spMk id="35" creationId="{00000000-0000-0000-0000-000000000000}"/>
          </ac:spMkLst>
        </pc:spChg>
        <pc:spChg chg="mod">
          <ac:chgData name="Guest User" userId="" providerId="Windows Live" clId="Web-{D39262DD-B606-3C3B-B957-E13B9CB8890B}" dt="2026-03-09T17:07:08.431" v="231" actId="14100"/>
          <ac:spMkLst>
            <pc:docMk/>
            <pc:sldMk cId="3029927073" sldId="256"/>
            <ac:spMk id="36" creationId="{00000000-0000-0000-0000-000000000000}"/>
          </ac:spMkLst>
        </pc:spChg>
        <pc:spChg chg="mod">
          <ac:chgData name="Guest User" userId="" providerId="Windows Live" clId="Web-{D39262DD-B606-3C3B-B957-E13B9CB8890B}" dt="2026-03-09T17:38:26.600" v="265" actId="1076"/>
          <ac:spMkLst>
            <pc:docMk/>
            <pc:sldMk cId="3029927073" sldId="256"/>
            <ac:spMk id="37" creationId="{00000000-0000-0000-0000-000000000000}"/>
          </ac:spMkLst>
        </pc:spChg>
        <pc:spChg chg="del mod">
          <ac:chgData name="Guest User" userId="" providerId="Windows Live" clId="Web-{D39262DD-B606-3C3B-B957-E13B9CB8890B}" dt="2026-03-09T17:31:33.131" v="237"/>
          <ac:spMkLst>
            <pc:docMk/>
            <pc:sldMk cId="3029927073" sldId="256"/>
            <ac:spMk id="39" creationId="{00000000-0000-0000-0000-000000000000}"/>
          </ac:spMkLst>
        </pc:spChg>
        <pc:spChg chg="del mod">
          <ac:chgData name="Guest User" userId="" providerId="Windows Live" clId="Web-{D39262DD-B606-3C3B-B957-E13B9CB8890B}" dt="2026-03-09T17:31:26.958" v="235"/>
          <ac:spMkLst>
            <pc:docMk/>
            <pc:sldMk cId="3029927073" sldId="256"/>
            <ac:spMk id="40" creationId="{00000000-0000-0000-0000-000000000000}"/>
          </ac:spMkLst>
        </pc:spChg>
        <pc:spChg chg="del mod">
          <ac:chgData name="Guest User" userId="" providerId="Windows Live" clId="Web-{D39262DD-B606-3C3B-B957-E13B9CB8890B}" dt="2026-03-09T17:31:21.630" v="233"/>
          <ac:spMkLst>
            <pc:docMk/>
            <pc:sldMk cId="3029927073" sldId="256"/>
            <ac:spMk id="41" creationId="{00000000-0000-0000-0000-000000000000}"/>
          </ac:spMkLst>
        </pc:spChg>
        <pc:spChg chg="mod">
          <ac:chgData name="Guest User" userId="" providerId="Windows Live" clId="Web-{D39262DD-B606-3C3B-B957-E13B9CB8890B}" dt="2026-03-09T17:04:55.951" v="225" actId="20577"/>
          <ac:spMkLst>
            <pc:docMk/>
            <pc:sldMk cId="3029927073" sldId="256"/>
            <ac:spMk id="42" creationId="{00000000-0000-0000-0000-000000000000}"/>
          </ac:spMkLst>
        </pc:spChg>
        <pc:spChg chg="mod">
          <ac:chgData name="Guest User" userId="" providerId="Windows Live" clId="Web-{D39262DD-B606-3C3B-B957-E13B9CB8890B}" dt="2026-03-09T17:05:12.779" v="227" actId="20577"/>
          <ac:spMkLst>
            <pc:docMk/>
            <pc:sldMk cId="3029927073" sldId="256"/>
            <ac:spMk id="43" creationId="{00000000-0000-0000-0000-000000000000}"/>
          </ac:spMkLst>
        </pc:spChg>
        <pc:spChg chg="mod">
          <ac:chgData name="Guest User" userId="" providerId="Windows Live" clId="Web-{D39262DD-B606-3C3B-B957-E13B9CB8890B}" dt="2026-03-09T17:05:29.983" v="228" actId="20577"/>
          <ac:spMkLst>
            <pc:docMk/>
            <pc:sldMk cId="3029927073" sldId="256"/>
            <ac:spMk id="44" creationId="{00000000-0000-0000-0000-000000000000}"/>
          </ac:spMkLst>
        </pc:spChg>
        <pc:spChg chg="mod">
          <ac:chgData name="Guest User" userId="" providerId="Windows Live" clId="Web-{D39262DD-B606-3C3B-B957-E13B9CB8890B}" dt="2026-03-09T17:47:26.868" v="280" actId="1076"/>
          <ac:spMkLst>
            <pc:docMk/>
            <pc:sldMk cId="3029927073" sldId="256"/>
            <ac:spMk id="45" creationId="{00000000-0000-0000-0000-000000000000}"/>
          </ac:spMkLst>
        </pc:spChg>
        <pc:spChg chg="mod">
          <ac:chgData name="Guest User" userId="" providerId="Windows Live" clId="Web-{D39262DD-B606-3C3B-B957-E13B9CB8890B}" dt="2026-03-09T16:46:08.624" v="66" actId="20577"/>
          <ac:spMkLst>
            <pc:docMk/>
            <pc:sldMk cId="3029927073" sldId="256"/>
            <ac:spMk id="47" creationId="{00000000-0000-0000-0000-000000000000}"/>
          </ac:spMkLst>
        </pc:spChg>
        <pc:spChg chg="mod">
          <ac:chgData name="Guest User" userId="" providerId="Windows Live" clId="Web-{D39262DD-B606-3C3B-B957-E13B9CB8890B}" dt="2026-03-09T17:46:53.662" v="279" actId="20577"/>
          <ac:spMkLst>
            <pc:docMk/>
            <pc:sldMk cId="3029927073" sldId="256"/>
            <ac:spMk id="48" creationId="{00000000-0000-0000-0000-000000000000}"/>
          </ac:spMkLst>
        </pc:spChg>
        <pc:picChg chg="add del mod">
          <ac:chgData name="Guest User" userId="" providerId="Windows Live" clId="Web-{D39262DD-B606-3C3B-B957-E13B9CB8890B}" dt="2026-03-09T17:33:24.262" v="239"/>
          <ac:picMkLst>
            <pc:docMk/>
            <pc:sldMk cId="3029927073" sldId="256"/>
            <ac:picMk id="46" creationId="{00000000-0000-0000-0000-000000000000}"/>
          </ac:picMkLst>
        </pc:picChg>
        <pc:picChg chg="mod">
          <ac:chgData name="Guest User" userId="" providerId="Windows Live" clId="Web-{D39262DD-B606-3C3B-B957-E13B9CB8890B}" dt="2026-03-09T16:35:17.708" v="2" actId="1076"/>
          <ac:picMkLst>
            <pc:docMk/>
            <pc:sldMk cId="3029927073" sldId="256"/>
            <ac:picMk id="49" creationId="{00000000-0000-0000-0000-000000000000}"/>
          </ac:picMkLst>
        </pc:picChg>
        <pc:cxnChg chg="del mod">
          <ac:chgData name="Guest User" userId="" providerId="Windows Live" clId="Web-{D39262DD-B606-3C3B-B957-E13B9CB8890B}" dt="2026-03-09T16:57:38.099" v="154"/>
          <ac:cxnSpMkLst>
            <pc:docMk/>
            <pc:sldMk cId="3029927073" sldId="256"/>
            <ac:cxnSpMk id="38" creationId="{00000000-0000-0000-0000-000000000000}"/>
          </ac:cxnSpMkLst>
        </pc:cxnChg>
      </pc:sldChg>
      <pc:sldMasterChg chg="del delSldLayout">
        <pc:chgData name="Guest User" userId="" providerId="Windows Live" clId="Web-{D39262DD-B606-3C3B-B957-E13B9CB8890B}" dt="2026-03-09T16:34:49.003" v="0"/>
        <pc:sldMasterMkLst>
          <pc:docMk/>
          <pc:sldMasterMk cId="2495719790" sldId="2147483648"/>
        </pc:sldMasterMkLst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2065327831" sldId="2147483649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2048886813" sldId="2147483650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3138147737" sldId="2147483651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2025910222" sldId="2147483652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227738517" sldId="2147483653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3629326163" sldId="2147483654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3392713398" sldId="2147483655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1155651404" sldId="2147483656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3534271573" sldId="2147483657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3916317701" sldId="2147483658"/>
          </pc:sldLayoutMkLst>
        </pc:sldLayoutChg>
        <pc:sldLayoutChg chg="del">
          <pc:chgData name="Guest User" userId="" providerId="Windows Live" clId="Web-{D39262DD-B606-3C3B-B957-E13B9CB8890B}" dt="2026-03-09T16:34:49.003" v="0"/>
          <pc:sldLayoutMkLst>
            <pc:docMk/>
            <pc:sldMasterMk cId="2495719790" sldId="2147483648"/>
            <pc:sldLayoutMk cId="785031283" sldId="2147483659"/>
          </pc:sldLayoutMkLst>
        </pc:sldLayoutChg>
      </pc:sldMasterChg>
      <pc:sldMasterChg chg="add addSldLayout modSldLayout">
        <pc:chgData name="Guest User" userId="" providerId="Windows Live" clId="Web-{D39262DD-B606-3C3B-B957-E13B9CB8890B}" dt="2026-03-09T16:34:49.003" v="0"/>
        <pc:sldMasterMkLst>
          <pc:docMk/>
          <pc:sldMasterMk cId="1877381971" sldId="2147483660"/>
        </pc:sldMasterMkLst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3944316839" sldId="2147483661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20664285" sldId="2147483662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1135917552" sldId="2147483663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2050828912" sldId="2147483664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326943747" sldId="2147483665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4094096312" sldId="2147483666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2671822266" sldId="2147483667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2411585276" sldId="2147483668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3443367130" sldId="2147483669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1204781410" sldId="2147483670"/>
          </pc:sldLayoutMkLst>
        </pc:sldLayoutChg>
        <pc:sldLayoutChg chg="add mod replId">
          <pc:chgData name="Guest User" userId="" providerId="Windows Live" clId="Web-{D39262DD-B606-3C3B-B957-E13B9CB8890B}" dt="2026-03-09T16:34:49.003" v="0"/>
          <pc:sldLayoutMkLst>
            <pc:docMk/>
            <pc:sldMasterMk cId="1877381971" sldId="2147483660"/>
            <pc:sldLayoutMk cId="3157027513" sldId="2147483671"/>
          </pc:sldLayoutMkLst>
        </pc:sldLayoutChg>
      </pc:sldMasterChg>
    </pc:docChg>
  </pc:docChgLst>
  <pc:docChgLst>
    <pc:chgData name="Guest User" providerId="Windows Live" clId="Web-{F6E276ED-7B88-7B49-2D8B-3F9B51340876}"/>
    <pc:docChg chg="modSld">
      <pc:chgData name="Guest User" userId="" providerId="Windows Live" clId="Web-{F6E276ED-7B88-7B49-2D8B-3F9B51340876}" dt="2026-03-09T15:24:05.221" v="122" actId="20577"/>
      <pc:docMkLst>
        <pc:docMk/>
      </pc:docMkLst>
      <pc:sldChg chg="modSp">
        <pc:chgData name="Guest User" userId="" providerId="Windows Live" clId="Web-{F6E276ED-7B88-7B49-2D8B-3F9B51340876}" dt="2026-03-09T15:24:05.221" v="122" actId="20577"/>
        <pc:sldMkLst>
          <pc:docMk/>
          <pc:sldMk cId="3029927073" sldId="256"/>
        </pc:sldMkLst>
        <pc:spChg chg="mod">
          <ac:chgData name="Guest User" userId="" providerId="Windows Live" clId="Web-{F6E276ED-7B88-7B49-2D8B-3F9B51340876}" dt="2026-03-09T15:24:05.221" v="122" actId="20577"/>
          <ac:spMkLst>
            <pc:docMk/>
            <pc:sldMk cId="3029927073" sldId="256"/>
            <ac:spMk id="47" creationId="{00000000-0000-0000-0000-000000000000}"/>
          </ac:spMkLst>
        </pc:spChg>
        <pc:spChg chg="mod">
          <ac:chgData name="Guest User" userId="" providerId="Windows Live" clId="Web-{F6E276ED-7B88-7B49-2D8B-3F9B51340876}" dt="2026-03-09T15:23:54.736" v="121" actId="20577"/>
          <ac:spMkLst>
            <pc:docMk/>
            <pc:sldMk cId="3029927073" sldId="256"/>
            <ac:spMk id="48" creationId="{00000000-0000-0000-0000-000000000000}"/>
          </ac:spMkLst>
        </pc:spChg>
      </pc:sldChg>
    </pc:docChg>
  </pc:docChgLst>
  <pc:docChgLst>
    <pc:chgData name="Guest User" providerId="Windows Live" clId="Web-{0CF51B97-E374-0272-27E4-ACE2B1AC788A}"/>
    <pc:docChg chg="modSld">
      <pc:chgData name="Guest User" userId="" providerId="Windows Live" clId="Web-{0CF51B97-E374-0272-27E4-ACE2B1AC788A}" dt="2026-03-09T15:52:30.318" v="138" actId="20577"/>
      <pc:docMkLst>
        <pc:docMk/>
      </pc:docMkLst>
      <pc:sldChg chg="modSp">
        <pc:chgData name="Guest User" userId="" providerId="Windows Live" clId="Web-{0CF51B97-E374-0272-27E4-ACE2B1AC788A}" dt="2026-03-09T15:52:30.318" v="138" actId="20577"/>
        <pc:sldMkLst>
          <pc:docMk/>
          <pc:sldMk cId="3029927073" sldId="256"/>
        </pc:sldMkLst>
        <pc:spChg chg="mod">
          <ac:chgData name="Guest User" userId="" providerId="Windows Live" clId="Web-{0CF51B97-E374-0272-27E4-ACE2B1AC788A}" dt="2026-03-09T15:28:24.521" v="73" actId="20577"/>
          <ac:spMkLst>
            <pc:docMk/>
            <pc:sldMk cId="3029927073" sldId="256"/>
            <ac:spMk id="29" creationId="{00000000-0000-0000-0000-000000000000}"/>
          </ac:spMkLst>
        </pc:spChg>
        <pc:spChg chg="mod">
          <ac:chgData name="Guest User" userId="" providerId="Windows Live" clId="Web-{0CF51B97-E374-0272-27E4-ACE2B1AC788A}" dt="2026-03-09T15:48:20.083" v="90" actId="20577"/>
          <ac:spMkLst>
            <pc:docMk/>
            <pc:sldMk cId="3029927073" sldId="256"/>
            <ac:spMk id="30" creationId="{00000000-0000-0000-0000-000000000000}"/>
          </ac:spMkLst>
        </pc:spChg>
        <pc:spChg chg="mod">
          <ac:chgData name="Guest User" userId="" providerId="Windows Live" clId="Web-{0CF51B97-E374-0272-27E4-ACE2B1AC788A}" dt="2026-03-09T15:48:34.771" v="92" actId="20577"/>
          <ac:spMkLst>
            <pc:docMk/>
            <pc:sldMk cId="3029927073" sldId="256"/>
            <ac:spMk id="31" creationId="{00000000-0000-0000-0000-000000000000}"/>
          </ac:spMkLst>
        </pc:spChg>
        <pc:spChg chg="mod">
          <ac:chgData name="Guest User" userId="" providerId="Windows Live" clId="Web-{0CF51B97-E374-0272-27E4-ACE2B1AC788A}" dt="2026-03-09T15:52:01.334" v="124" actId="20577"/>
          <ac:spMkLst>
            <pc:docMk/>
            <pc:sldMk cId="3029927073" sldId="256"/>
            <ac:spMk id="33" creationId="{00000000-0000-0000-0000-000000000000}"/>
          </ac:spMkLst>
        </pc:spChg>
        <pc:spChg chg="mod">
          <ac:chgData name="Guest User" userId="" providerId="Windows Live" clId="Web-{0CF51B97-E374-0272-27E4-ACE2B1AC788A}" dt="2026-03-09T15:27:13.208" v="65" actId="20577"/>
          <ac:spMkLst>
            <pc:docMk/>
            <pc:sldMk cId="3029927073" sldId="256"/>
            <ac:spMk id="34" creationId="{00000000-0000-0000-0000-000000000000}"/>
          </ac:spMkLst>
        </pc:spChg>
        <pc:spChg chg="mod">
          <ac:chgData name="Guest User" userId="" providerId="Windows Live" clId="Web-{0CF51B97-E374-0272-27E4-ACE2B1AC788A}" dt="2026-03-09T15:52:30.318" v="138" actId="20577"/>
          <ac:spMkLst>
            <pc:docMk/>
            <pc:sldMk cId="3029927073" sldId="256"/>
            <ac:spMk id="45" creationId="{00000000-0000-0000-0000-000000000000}"/>
          </ac:spMkLst>
        </pc:spChg>
        <pc:spChg chg="mod">
          <ac:chgData name="Guest User" userId="" providerId="Windows Live" clId="Web-{0CF51B97-E374-0272-27E4-ACE2B1AC788A}" dt="2026-03-09T15:27:18.614" v="68" actId="20577"/>
          <ac:spMkLst>
            <pc:docMk/>
            <pc:sldMk cId="3029927073" sldId="256"/>
            <ac:spMk id="47" creationId="{00000000-0000-0000-0000-000000000000}"/>
          </ac:spMkLst>
        </pc:spChg>
        <pc:spChg chg="mod">
          <ac:chgData name="Guest User" userId="" providerId="Windows Live" clId="Web-{0CF51B97-E374-0272-27E4-ACE2B1AC788A}" dt="2026-03-09T15:49:22.912" v="121" actId="20577"/>
          <ac:spMkLst>
            <pc:docMk/>
            <pc:sldMk cId="3029927073" sldId="256"/>
            <ac:spMk id="48" creationId="{00000000-0000-0000-0000-000000000000}"/>
          </ac:spMkLst>
        </pc:spChg>
      </pc:sldChg>
    </pc:docChg>
  </pc:docChgLst>
  <pc:docChgLst>
    <pc:chgData name="Guest User" providerId="Windows Live" clId="Web-{F193D945-CEC3-EF2B-B48C-168ADABAEDD1}"/>
    <pc:docChg chg="modSld">
      <pc:chgData name="Guest User" userId="" providerId="Windows Live" clId="Web-{F193D945-CEC3-EF2B-B48C-168ADABAEDD1}" dt="2026-03-09T15:10:14.888" v="4" actId="1076"/>
      <pc:docMkLst>
        <pc:docMk/>
      </pc:docMkLst>
    </pc:docChg>
  </pc:docChgLst>
  <pc:docChgLst>
    <pc:chgData name="Guest User" providerId="Windows Live" clId="Web-{F47B2B3D-1C63-3013-B0E5-BB538D88998E}"/>
    <pc:docChg chg="modSld">
      <pc:chgData name="Guest User" userId="" providerId="Windows Live" clId="Web-{F47B2B3D-1C63-3013-B0E5-BB538D88998E}" dt="2026-03-09T15:56:47.034" v="16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C7C767-B3EE-4503-9BD4-B1296527C498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4B0C8-D9EC-4B4B-A8AD-DD88A3AB9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27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385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16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7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28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9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22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8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6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8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27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8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"/>
          <p:cNvCxnSpPr/>
          <p:nvPr/>
        </p:nvCxnSpPr>
        <p:spPr>
          <a:xfrm>
            <a:off x="0" y="947312"/>
            <a:ext cx="12128848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" descr="Jawaharlal Nehru Medical College"/>
          <p:cNvSpPr/>
          <p:nvPr/>
        </p:nvSpPr>
        <p:spPr>
          <a:xfrm>
            <a:off x="155575" y="74199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1" descr="JNMC BELAGAVI - 2022 Admission Process, Ranking, Reviews, Affiliations"/>
          <p:cNvSpPr/>
          <p:nvPr/>
        </p:nvSpPr>
        <p:spPr>
          <a:xfrm>
            <a:off x="307975" y="226599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0" y="245957"/>
            <a:ext cx="8754918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defRPr/>
            </a:pPr>
            <a:r>
              <a:rPr lang="en-IN" sz="1600" b="1" kern="0" dirty="0">
                <a:latin typeface="Times New Roman"/>
                <a:ea typeface="+mn-lt"/>
                <a:cs typeface="Times New Roman"/>
                <a:sym typeface="Times New Roman"/>
              </a:rPr>
              <a:t>Title:</a:t>
            </a:r>
            <a:r>
              <a:rPr lang="en-IN" sz="1600" kern="0" dirty="0">
                <a:latin typeface="Times New Roman"/>
                <a:ea typeface="+mn-lt"/>
                <a:cs typeface="Times New Roman"/>
                <a:sym typeface="Times New Roman"/>
              </a:rPr>
              <a:t> Machine Learning Based Indoor Localization System Using Bluetooth RSSI Signals</a:t>
            </a:r>
            <a:endParaRPr lang="en-US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ea typeface="+mn-lt"/>
              <a:cs typeface="Times New Roman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47741" y="2726997"/>
            <a:ext cx="8553172" cy="64629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IN" sz="1200" b="1" kern="0">
                <a:solidFill>
                  <a:srgbClr val="000000"/>
                </a:solidFill>
                <a:ea typeface="+mn-lt"/>
                <a:cs typeface="+mn-lt"/>
              </a:rPr>
              <a:t>Problem Statement :</a:t>
            </a:r>
            <a:r>
              <a:rPr lang="en-IN" sz="1200" kern="0">
                <a:solidFill>
                  <a:srgbClr val="000000"/>
                </a:solidFill>
                <a:ea typeface="+mn-lt"/>
                <a:cs typeface="+mn-lt"/>
              </a:rPr>
              <a:t> GPS provides accurate positioning outdoors but performs poorly indoors because signals are blocked by walls and other obstacles. As a result, determining the precise location of a person or device inside buildings becomes difficult, creating challenges for indoor navigation, tracking, and location-based services.</a:t>
            </a:r>
            <a:endParaRPr lang="en-US"/>
          </a:p>
        </p:txBody>
      </p:sp>
      <p:sp>
        <p:nvSpPr>
          <p:cNvPr id="31" name="Google Shape;31;p1"/>
          <p:cNvSpPr/>
          <p:nvPr/>
        </p:nvSpPr>
        <p:spPr>
          <a:xfrm>
            <a:off x="54377" y="3372407"/>
            <a:ext cx="8541974" cy="101562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Deliverables : </a:t>
            </a:r>
            <a:r>
              <a:rPr lang="en-IN" sz="1200" kern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Development of a BLE-based indoor localization prototype using ESP32 devices</a:t>
            </a:r>
            <a:endParaRPr lang="en-IN">
              <a:latin typeface="Aptos Light"/>
              <a:cs typeface="Times New Roman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IN" sz="1200" kern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Collection and analysis of RSSI signal data from multiple beacons</a:t>
            </a:r>
            <a:endParaRPr lang="en-IN">
              <a:latin typeface="Aptos Light"/>
              <a:cs typeface="Times New Roman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IN" sz="1200" kern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Machine learning model for predicting indoor location</a:t>
            </a:r>
            <a:endParaRPr lang="en-IN">
              <a:latin typeface="Aptos Light"/>
              <a:cs typeface="Times New Roman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IN" sz="1200" kern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Real-time location prediction of the user/device inside a building</a:t>
            </a:r>
            <a:endParaRPr lang="en-IN">
              <a:latin typeface="Aptos Light"/>
              <a:cs typeface="Times New Roman"/>
            </a:endParaRPr>
          </a:p>
          <a:p>
            <a:pPr marL="285750" indent="-285750" algn="just">
              <a:buFont typeface="Arial"/>
              <a:buChar char="•"/>
              <a:defRPr/>
            </a:pPr>
            <a:r>
              <a:rPr lang="en-IN" sz="1200" kern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Demonstration of the system for indoor tracking and navigation applications</a:t>
            </a:r>
            <a:endParaRPr lang="en-IN">
              <a:latin typeface="Aptos Light"/>
              <a:cs typeface="Times New Roman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57453" y="4392610"/>
            <a:ext cx="6161402" cy="8309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Training / </a:t>
            </a:r>
            <a:r>
              <a:rPr lang="en-IN" sz="1200" b="1" kern="0" dirty="0">
                <a:solidFill>
                  <a:srgbClr val="000000"/>
                </a:solidFill>
                <a:latin typeface="Aptos Light"/>
                <a:ea typeface="Times New Roman"/>
                <a:cs typeface="Times New Roman"/>
                <a:sym typeface="Times New Roman"/>
              </a:rPr>
              <a:t>Pre-Requisites: </a:t>
            </a:r>
            <a:r>
              <a:rPr lang="en-IN" sz="1200" kern="0" dirty="0">
                <a:solidFill>
                  <a:srgbClr val="000000"/>
                </a:solidFill>
                <a:latin typeface="Aptos Light"/>
                <a:ea typeface="Times New Roman"/>
                <a:cs typeface="Times New Roman"/>
                <a:sym typeface="Times New Roman"/>
              </a:rPr>
              <a:t>Basic</a:t>
            </a:r>
            <a:r>
              <a:rPr lang="en-IN" sz="120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 understanding of Internet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of </a:t>
            </a:r>
            <a:r>
              <a:rPr lang="en-IN" sz="120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Things (IoT) and ESP32 microcontrollers, Bluetooth Low Energy (BLE) communication,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machine learning algorithms, </a:t>
            </a:r>
            <a:r>
              <a:rPr lang="en-IN" sz="120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and programming using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Python/</a:t>
            </a:r>
            <a:r>
              <a:rPr lang="en-IN" sz="120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Arduino. Familiarity with data collection, signal analysis, and basic concepts of indoor positioning systems is also required.</a:t>
            </a:r>
            <a:endParaRPr lang="en-IN" dirty="0">
              <a:latin typeface="Aptos Light"/>
              <a:cs typeface="Times New Roman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50560" y="5241522"/>
            <a:ext cx="6176068" cy="15536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defRPr/>
            </a:pPr>
            <a:r>
              <a:rPr kumimoji="0" lang="en-IN" sz="11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 </a:t>
            </a:r>
            <a:r>
              <a:rPr kumimoji="0" lang="en-I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Starter Reference Material</a:t>
            </a:r>
            <a:r>
              <a:rPr lang="en-IN" sz="1100" kern="0" dirty="0">
                <a:solidFill>
                  <a:srgbClr val="000000"/>
                </a:solidFill>
                <a:ea typeface="+mn-lt"/>
                <a:cs typeface="Times New Roman"/>
                <a:sym typeface="Times New Roman"/>
              </a:rPr>
              <a:t>:</a:t>
            </a:r>
            <a:endParaRPr lang="en-US" sz="1100" kern="0">
              <a:solidFill>
                <a:srgbClr val="000000"/>
              </a:solidFill>
              <a:ea typeface="+mn-lt"/>
              <a:cs typeface="Times New Roman"/>
            </a:endParaRPr>
          </a:p>
          <a:p>
            <a:pPr>
              <a:defRPr/>
            </a:pP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[1] </a:t>
            </a:r>
            <a:r>
              <a:rPr lang="en-IN" sz="1100" kern="0" err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Baejah</a:t>
            </a: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Nur Ahmadi, Rahmat </a:t>
            </a:r>
            <a:r>
              <a:rPr lang="en-IN" sz="1100" kern="0" err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Mulyawan</a:t>
            </a: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and Trio </a:t>
            </a:r>
            <a:r>
              <a:rPr lang="en-IN" sz="1100" kern="0" err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Adiono</a:t>
            </a: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“Real-Time Indoor Localization System Based on Wearable Device, Bluetooth Low Energy (BLE) Beacons, and Machine Learning,” </a:t>
            </a:r>
            <a:r>
              <a:rPr lang="en-IN" sz="1100" i="1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IEEE Access</a:t>
            </a: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vol. 12, 2024. </a:t>
            </a:r>
            <a:endParaRPr lang="en-US" sz="1100" kern="0">
              <a:solidFill>
                <a:srgbClr val="000000"/>
              </a:solidFill>
              <a:latin typeface="Aptos Light"/>
              <a:ea typeface="+mn-lt"/>
              <a:cs typeface="Times New Roman"/>
            </a:endParaRPr>
          </a:p>
          <a:p>
            <a:pPr>
              <a:defRPr/>
            </a:pP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[2] R. M. M. R. Rathnayake, M. W. P. Maduranga, V. </a:t>
            </a:r>
            <a:r>
              <a:rPr lang="en-IN" sz="1100" kern="0" err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Tilwari</a:t>
            </a: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and M. B. Dissanayake, “RSSI and Machine Learning-Based Indoor Localization Systems for Smart Cities,” </a:t>
            </a:r>
            <a:r>
              <a:rPr lang="en-IN" sz="1100" i="1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Eng</a:t>
            </a: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vol. 4, pp. 1468–1494, 2023. </a:t>
            </a:r>
            <a:endParaRPr lang="en-IN" sz="11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defRPr/>
            </a:pP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[3] M. W. P. Maduranga, V. </a:t>
            </a:r>
            <a:r>
              <a:rPr lang="en-IN" sz="1100" kern="0" err="1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Tilwari</a:t>
            </a: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and R. Abeysekera, “Improved RSSI Indoor Localization in IoT Systems with Machine Learning Algorithms,” </a:t>
            </a:r>
            <a:r>
              <a:rPr lang="en-IN" sz="1100" i="1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Signals</a:t>
            </a:r>
            <a:r>
              <a:rPr lang="en-IN" sz="1100" kern="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vol. 4, pp. 651–668, 2023.</a:t>
            </a:r>
            <a:endParaRPr lang="en-IN" sz="1100"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Font typeface="Arial"/>
              <a:buNone/>
              <a:tabLst/>
              <a:defRPr/>
            </a:pPr>
            <a:endParaRPr lang="en-IN" sz="11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Light"/>
              <a:ea typeface="+mn-lt"/>
              <a:cs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6294649" y="5227844"/>
            <a:ext cx="2032081" cy="138495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sz="105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Understanding</a:t>
            </a:r>
            <a:r>
              <a:rPr lang="en-US" sz="105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 indoor localization concepts and BLE technology</a:t>
            </a:r>
            <a:endParaRPr lang="en-US" dirty="0">
              <a:latin typeface="Aptos Light"/>
              <a:cs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05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Studying ESP32 and RSSI signal</a:t>
            </a:r>
            <a:r>
              <a:rPr lang="en-US" sz="105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 </a:t>
            </a:r>
            <a:r>
              <a:rPr lang="en-US" sz="105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measurement</a:t>
            </a:r>
            <a:endParaRPr dirty="0">
              <a:latin typeface="Aptos Light"/>
              <a:cs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05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Planning system 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architecture and </a:t>
            </a:r>
            <a:r>
              <a:rPr lang="en-US" sz="1050" kern="0" dirty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project design</a:t>
            </a:r>
            <a:endParaRPr lang="en-IN" dirty="0">
              <a:latin typeface="Aptos Light"/>
              <a:cs typeface="Times New Roman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8487781" y="5250373"/>
            <a:ext cx="1681977" cy="122337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sz="1050" kern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Setting up ESP32 beacons and scanner</a:t>
            </a:r>
            <a:endParaRPr lang="en-US">
              <a:latin typeface="Aptos Light"/>
              <a:cs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050" kern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Collecting RSSI signal data</a:t>
            </a:r>
            <a:r>
              <a:rPr lang="en-US" sz="1050" kern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 from different locations</a:t>
            </a:r>
            <a:endParaRPr>
              <a:latin typeface="Aptos Light"/>
              <a:cs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050" kern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Preparing dataset for machine learning</a:t>
            </a:r>
            <a:endParaRPr>
              <a:latin typeface="Aptos Light"/>
              <a:cs typeface="Times New Roman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0319702" y="5241044"/>
            <a:ext cx="1813391" cy="154653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sz="1050" kern="0">
                <a:solidFill>
                  <a:srgbClr val="000000"/>
                </a:solidFill>
                <a:latin typeface="Aptos Light"/>
                <a:ea typeface="+mn-lt"/>
                <a:cs typeface="Times New Roman"/>
              </a:rPr>
              <a:t>Training the machine learning model for location prediction</a:t>
            </a:r>
            <a:endParaRPr lang="en-US" sz="1050">
              <a:latin typeface="Aptos Light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Testing</a:t>
            </a:r>
            <a:r>
              <a:rPr lang="en-US" sz="1050" kern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 and improving localization accuracy</a:t>
            </a:r>
            <a:endParaRPr lang="en-IN" sz="1050">
              <a:latin typeface="Aptos Light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050" kern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Final system integration</a:t>
            </a: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, </a:t>
            </a:r>
            <a:r>
              <a:rPr lang="en-US" sz="1050" kern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documentation</a:t>
            </a: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, and </a:t>
            </a:r>
            <a:r>
              <a:rPr lang="en-US" sz="1050" kern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project demonstration</a:t>
            </a:r>
            <a:endParaRPr sz="1050">
              <a:latin typeface="Aptos Light"/>
              <a:ea typeface="Calibri"/>
              <a:cs typeface="Times New Roman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853019" y="4379589"/>
            <a:ext cx="953414" cy="3077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200"/>
              <a:defRPr/>
            </a:pPr>
            <a:r>
              <a:rPr lang="en-IN" sz="1400" b="1" kern="0">
                <a:solidFill>
                  <a:srgbClr val="000000"/>
                </a:solidFill>
                <a:latin typeface="Aptos Light"/>
                <a:ea typeface="Times New Roman"/>
                <a:cs typeface="Times New Roman"/>
              </a:rPr>
              <a:t>Timeline:</a:t>
            </a:r>
            <a:endParaRPr lang="en-IN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Light"/>
              <a:ea typeface="Times New Roman"/>
              <a:cs typeface="Times New Roman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794076" y="4723084"/>
            <a:ext cx="1032654" cy="4308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Kick Off </a:t>
            </a:r>
            <a:br>
              <a:rPr lang="en-IN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/>
                <a:ea typeface="+mn-lt"/>
                <a:cs typeface="Times New Roman"/>
              </a:rPr>
            </a:br>
            <a:r>
              <a:rPr kumimoji="0" lang="en-I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&lt; 1</a:t>
            </a:r>
            <a:r>
              <a:rPr kumimoji="0" lang="en-IN" sz="11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st</a:t>
            </a:r>
            <a:r>
              <a:rPr kumimoji="0" lang="en-I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  Month &gt;</a:t>
            </a:r>
            <a:endParaRPr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Light"/>
              <a:ea typeface="+mn-lt"/>
              <a:cs typeface="Times New Roman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609411" y="4723084"/>
            <a:ext cx="1371300" cy="43084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Milestone 1 </a:t>
            </a:r>
            <a:br>
              <a:rPr lang="en-IN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 Light"/>
                <a:ea typeface="+mn-lt"/>
                <a:cs typeface="Times New Roman"/>
              </a:rPr>
            </a:b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&lt; 2</a:t>
            </a:r>
            <a:r>
              <a:rPr kumimoji="0" lang="en-IN" sz="11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nd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 Month &gt;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Light"/>
              <a:ea typeface="+mn-lt"/>
              <a:cs typeface="Times New Roman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10526277" y="4721550"/>
            <a:ext cx="1408271" cy="4308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tabLst/>
              <a:defRPr/>
            </a:pP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Milestone 2 </a:t>
            </a:r>
            <a:br>
              <a:rPr lang="en-IN" sz="11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 Light"/>
                <a:ea typeface="+mn-lt"/>
                <a:cs typeface="Times New Roman"/>
              </a:rPr>
            </a:b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&lt; 3</a:t>
            </a:r>
            <a:r>
              <a:rPr kumimoji="0" lang="en-IN" sz="11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rd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 &amp; 4</a:t>
            </a:r>
            <a:r>
              <a:rPr kumimoji="0" lang="en-IN" sz="11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th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/>
                <a:ea typeface="+mn-lt"/>
                <a:cs typeface="Times New Roman"/>
                <a:sym typeface="Times New Roman"/>
              </a:rPr>
              <a:t> Month </a:t>
            </a:r>
            <a:r>
              <a:rPr lang="en-IN" sz="1100" b="1" kern="0">
                <a:solidFill>
                  <a:srgbClr val="000000"/>
                </a:solidFill>
                <a:latin typeface="Aptos Light"/>
                <a:ea typeface="+mn-lt"/>
                <a:cs typeface="Times New Roman"/>
                <a:sym typeface="Times New Roman"/>
              </a:rPr>
              <a:t>&gt;</a:t>
            </a:r>
            <a:endParaRPr lang="en-US" sz="11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Light"/>
              <a:ea typeface="+mn-lt"/>
              <a:cs typeface="Times New Roman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40103" y="1860143"/>
            <a:ext cx="8556909" cy="86581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defRPr/>
            </a:pPr>
            <a:r>
              <a:rPr lang="en-IN" sz="1200" b="1" kern="0">
                <a:solidFill>
                  <a:srgbClr val="000000"/>
                </a:solidFill>
                <a:ea typeface="+mn-lt"/>
                <a:cs typeface="+mn-lt"/>
              </a:rPr>
              <a:t>Context :</a:t>
            </a:r>
            <a:r>
              <a:rPr lang="en-IN" sz="1200" kern="0">
                <a:solidFill>
                  <a:srgbClr val="000000"/>
                </a:solidFill>
                <a:ea typeface="+mn-lt"/>
                <a:cs typeface="+mn-lt"/>
              </a:rPr>
              <a:t> Indoor navigation is difficult because GPS signals do not work well inside buildings. This project uses ESP32-based Bluetooth Low Energy (BLE) beacons to create an indoor localization system. A scanning device measures RSSI signal strength from multiple beacons, and machine learning </a:t>
            </a:r>
            <a:r>
              <a:rPr lang="en-IN" sz="1200" kern="0" err="1">
                <a:solidFill>
                  <a:srgbClr val="000000"/>
                </a:solidFill>
                <a:ea typeface="+mn-lt"/>
                <a:cs typeface="+mn-lt"/>
              </a:rPr>
              <a:t>analyze</a:t>
            </a:r>
            <a:r>
              <a:rPr lang="en-IN" sz="1200" kern="0">
                <a:solidFill>
                  <a:srgbClr val="000000"/>
                </a:solidFill>
                <a:ea typeface="+mn-lt"/>
                <a:cs typeface="+mn-lt"/>
              </a:rPr>
              <a:t> these signals to predict the user’s location inside the building. This provides a low-cost solution for indoor positioning.</a:t>
            </a:r>
            <a:endParaRPr lang="en-US"/>
          </a:p>
        </p:txBody>
      </p:sp>
      <p:pic>
        <p:nvPicPr>
          <p:cNvPr id="46" name="Google Shape;46;p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9078036" y="225568"/>
            <a:ext cx="2857711" cy="52171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 txBox="1"/>
          <p:nvPr/>
        </p:nvSpPr>
        <p:spPr>
          <a:xfrm>
            <a:off x="50518" y="598790"/>
            <a:ext cx="9272385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Batch No:</a:t>
            </a:r>
            <a:r>
              <a:rPr lang="en-IN" sz="1200" b="1" kern="0">
                <a:latin typeface="Aptos Light"/>
                <a:ea typeface="Times New Roman"/>
                <a:cs typeface="Times New Roman"/>
                <a:sym typeface="Times New Roman"/>
              </a:rPr>
              <a:t> B8                                                                     SRNs</a:t>
            </a: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: </a:t>
            </a:r>
            <a:r>
              <a:rPr lang="en-IN" sz="1200" b="1" kern="0">
                <a:latin typeface="Aptos Light"/>
                <a:ea typeface="Times New Roman"/>
                <a:cs typeface="Times New Roman"/>
                <a:sym typeface="Times New Roman"/>
              </a:rPr>
              <a:t>02FE23BEC083,02FE23BEC112,02FE23BEC122,02FE23BEC123</a:t>
            </a:r>
            <a:endParaRPr lang="en-IN" sz="1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ptos Light"/>
              <a:ea typeface="Times New Roman"/>
              <a:cs typeface="Times New Roman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39429" y="952322"/>
            <a:ext cx="8560457" cy="8309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Student Names</a:t>
            </a:r>
            <a:r>
              <a:rPr kumimoji="0" lang="en-IN" sz="12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:</a:t>
            </a: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   1)</a:t>
            </a:r>
            <a:r>
              <a:rPr lang="en-IN" sz="1200" b="1" kern="0">
                <a:solidFill>
                  <a:schemeClr val="tx1">
                    <a:lumMod val="76000"/>
                    <a:lumOff val="24000"/>
                  </a:schemeClr>
                </a:solidFill>
                <a:latin typeface="Aptos Light"/>
                <a:ea typeface="Times New Roman"/>
                <a:cs typeface="Times New Roman"/>
                <a:sym typeface="Times New Roman"/>
              </a:rPr>
              <a:t> Parth Jadhav                                                                             </a:t>
            </a: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Guide:</a:t>
            </a: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 Prof. </a:t>
            </a:r>
            <a:r>
              <a:rPr lang="en-IN" sz="1200" b="1" kern="0">
                <a:solidFill>
                  <a:schemeClr val="tx1">
                    <a:lumMod val="76000"/>
                    <a:lumOff val="24000"/>
                  </a:schemeClr>
                </a:solidFill>
                <a:latin typeface="Aptos Light"/>
                <a:ea typeface="Times New Roman"/>
                <a:cs typeface="Times New Roman"/>
                <a:sym typeface="Times New Roman"/>
              </a:rPr>
              <a:t>Pavan Chavalagi</a:t>
            </a:r>
            <a:endParaRPr lang="en-US" sz="1200" b="1" i="0" u="none" strike="noStrike" kern="0" cap="none" spc="0" normalizeH="0" baseline="0" noProof="0">
              <a:ln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ffectLst/>
              <a:uLnTx/>
              <a:uFillTx/>
              <a:latin typeface="Aptos Light"/>
              <a:ea typeface="Times New Roman"/>
              <a:cs typeface="Times New Roman"/>
            </a:endParaRPr>
          </a:p>
          <a:p>
            <a:pPr>
              <a:buClr>
                <a:srgbClr val="000000"/>
              </a:buClr>
              <a:defRPr/>
            </a:pP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                              2)</a:t>
            </a:r>
            <a:r>
              <a:rPr lang="en-IN" sz="1200" b="1" kern="0">
                <a:solidFill>
                  <a:schemeClr val="tx1">
                    <a:lumMod val="76000"/>
                    <a:lumOff val="24000"/>
                  </a:schemeClr>
                </a:solidFill>
                <a:latin typeface="Aptos Light"/>
                <a:ea typeface="Times New Roman"/>
                <a:cs typeface="Times New Roman"/>
                <a:sym typeface="Times New Roman"/>
              </a:rPr>
              <a:t> Md Danish Shamsher</a:t>
            </a:r>
            <a:endParaRPr sz="1200" b="1" i="0" u="none" strike="noStrike" kern="0" cap="none" spc="0" normalizeH="0" baseline="0" noProof="0">
              <a:ln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ffectLst/>
              <a:uLnTx/>
              <a:uFillTx/>
              <a:latin typeface="Aptos Light"/>
              <a:ea typeface="Times New Roman"/>
              <a:cs typeface="Times New Roman"/>
            </a:endParaRPr>
          </a:p>
          <a:p>
            <a:pPr>
              <a:buClr>
                <a:srgbClr val="000000"/>
              </a:buClr>
              <a:defRPr/>
            </a:pP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                              3)</a:t>
            </a:r>
            <a:r>
              <a:rPr lang="en-IN" sz="1200" b="1" kern="0">
                <a:solidFill>
                  <a:schemeClr val="tx1">
                    <a:lumMod val="76000"/>
                    <a:lumOff val="24000"/>
                  </a:schemeClr>
                </a:solidFill>
                <a:latin typeface="Aptos Light"/>
                <a:ea typeface="Times New Roman"/>
                <a:cs typeface="Times New Roman"/>
                <a:sym typeface="Times New Roman"/>
              </a:rPr>
              <a:t> Roopashree Pote </a:t>
            </a:r>
            <a:endParaRPr sz="1200" b="1" i="0" u="none" strike="noStrike" kern="0" cap="none" spc="0" normalizeH="0" baseline="0" noProof="0">
              <a:ln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ffectLst/>
              <a:uLnTx/>
              <a:uFillTx/>
              <a:latin typeface="Aptos Light"/>
              <a:ea typeface="Times New Roman"/>
              <a:cs typeface="Times New Roman"/>
            </a:endParaRPr>
          </a:p>
          <a:p>
            <a:pPr>
              <a:buClr>
                <a:srgbClr val="000000"/>
              </a:buClr>
              <a:defRPr/>
            </a:pPr>
            <a:r>
              <a:rPr kumimoji="0" lang="en-IN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ffectLst/>
                <a:uLnTx/>
                <a:uFillTx/>
                <a:latin typeface="Aptos Light"/>
                <a:ea typeface="Times New Roman"/>
                <a:cs typeface="Times New Roman"/>
                <a:sym typeface="Times New Roman"/>
              </a:rPr>
              <a:t>                              4)</a:t>
            </a:r>
            <a:r>
              <a:rPr lang="en-IN" sz="1200" b="1" kern="0">
                <a:solidFill>
                  <a:schemeClr val="tx1">
                    <a:lumMod val="76000"/>
                    <a:lumOff val="24000"/>
                  </a:schemeClr>
                </a:solidFill>
                <a:latin typeface="Aptos Light"/>
                <a:ea typeface="Times New Roman"/>
                <a:cs typeface="Times New Roman"/>
                <a:sym typeface="Times New Roman"/>
              </a:rPr>
              <a:t> Keerti Mahantshetti</a:t>
            </a:r>
            <a:endParaRPr sz="1200" b="1" i="0" u="none" strike="noStrike" kern="0" cap="none" spc="0" normalizeH="0" baseline="0" noProof="0">
              <a:ln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ffectLst/>
              <a:uLnTx/>
              <a:uFillTx/>
              <a:latin typeface="Aptos Light"/>
              <a:ea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7AF0E-6993-DDA1-E5AF-F76E52087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515" y="741123"/>
            <a:ext cx="4138618" cy="363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27073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BohoVogueVTI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revision>40</cp:revision>
  <dcterms:created xsi:type="dcterms:W3CDTF">2026-03-05T06:21:25Z</dcterms:created>
  <dcterms:modified xsi:type="dcterms:W3CDTF">2026-03-10T09:14:03Z</dcterms:modified>
</cp:coreProperties>
</file>